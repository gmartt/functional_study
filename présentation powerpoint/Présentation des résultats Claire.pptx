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A5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26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BD3168-3044-44E3-B660-8967441117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A7F2CAC-5594-4840-ADA1-4F0F058A1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AFC5B94-A97F-4430-9C84-BE0F50E26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7CC1-1E03-4F3A-AB27-DC309FA82821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4926561-2B6E-4F71-8419-2F01F66E7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C764162-13E7-428B-BE9B-F37C33E3C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59004-B6F4-483C-B773-88B71CE0DD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0530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193247-803D-4579-ADE7-B1385A2B7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500479-E59B-45C3-9F22-B45F1E1BCF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4D8807E-8357-4330-AD33-7627C2866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7CC1-1E03-4F3A-AB27-DC309FA82821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6E5913-CFAD-4A32-822E-503E29673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0283491-3B19-4137-8C3E-0E8E63F14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59004-B6F4-483C-B773-88B71CE0DD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425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E63AC8-FED8-4D8E-8304-AB7F7D049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BDBA57D-74C1-47A1-B685-9509C899DF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B80972-5D83-4270-A988-38845673A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7CC1-1E03-4F3A-AB27-DC309FA82821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6AB4C9-B058-484A-A64E-B7ABE78B3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45042E-7959-4B56-9E0C-D2D3F181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59004-B6F4-483C-B773-88B71CE0DD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8926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B6AED8-CA17-4E41-88F4-26E871179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0131E07-A12C-4C49-9001-1A6F8AD6AE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2226B1A-1E62-4066-94EB-884DFB69B5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4BE3BB4-EEF9-4BF8-8136-61ECAC3511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7CC1-1E03-4F3A-AB27-DC309FA82821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BCF515-03B5-41D2-9157-9F0A88317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9AD0C9B-3B16-4AB2-A7D0-55C2F0952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59004-B6F4-483C-B773-88B71CE0DD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781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CBBB-300C-4453-B62F-2F49A050B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399C333-5C9B-4918-9D44-1A99FC07F5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18CF41A-448F-4C93-A1CF-ADFE44F6FF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423704A-3093-4879-B392-9A5E572C1C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F09DA46-2A49-4DCC-BD51-57C22665DD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D242ECF-4016-4CEE-A12A-8A8746F3E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7CC1-1E03-4F3A-AB27-DC309FA82821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737AE30-9A9B-4D65-BD38-36807FD93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F5BC075-F395-4326-A12C-005C8087B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59004-B6F4-483C-B773-88B71CE0DD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6254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D16981-D8DA-44DD-8858-1AA644C1A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AF5A0D8-6BFF-44BE-B065-524B3613F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7CC1-1E03-4F3A-AB27-DC309FA82821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B666B94-7F97-43B2-B0B4-B30D7FD18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8F37F2C-14FF-417D-AA73-C365426FB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59004-B6F4-483C-B773-88B71CE0DD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0470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2725AF6-71F7-4245-96BF-6356ED146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7CC1-1E03-4F3A-AB27-DC309FA82821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B8BD582-61D5-4058-87BF-EDBCFABBA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6B7E7AE-9BEA-4068-9133-C8356C19B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59004-B6F4-483C-B773-88B71CE0DD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3540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A7AAF0-1D46-4BDB-B7EF-6167AC197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42C349A-5425-418E-A49F-8190110FBE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6B47101-3E19-48A0-BB36-BE550D5DD2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5007D78-E3F4-4724-91CA-122B5590D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7CC1-1E03-4F3A-AB27-DC309FA82821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BAD8F84-8FDE-4DE6-87E4-FA9251301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37BE18E-FB60-4FCF-B747-855E7F97E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59004-B6F4-483C-B773-88B71CE0DD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787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14C759-ADC7-4879-8305-5DB1F1596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CCB957E-8A75-4438-AFE5-3BE8196830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A04376F-3BB1-4FD2-ACB9-53CD275951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9F916D4-6BBD-4047-B6A8-9DE5D9099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7CC1-1E03-4F3A-AB27-DC309FA82821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967D5B-A576-4A2E-B9CA-83222518A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DAFA1E-3499-45A6-A2F3-AD1517B58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59004-B6F4-483C-B773-88B71CE0DD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5422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BBA561-FCD4-4DCE-B29F-F8A8EEB70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080564A-55D5-42E9-B829-DCADB93FB6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2361CB8-0253-42E2-AEFE-86622B22D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7CC1-1E03-4F3A-AB27-DC309FA82821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C53241F-0B05-4277-8147-E5EE7FF54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2B62634-48F5-4020-8751-BEAE81DF7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59004-B6F4-483C-B773-88B71CE0DD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6475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741FC2C-4EF6-4DB1-B842-C74FB9CC80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90C590-20AA-4462-B693-C055024B3D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E1370A0-DA5A-42ED-8EF6-6E174B9A5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7CC1-1E03-4F3A-AB27-DC309FA82821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C25B85-0A80-49CA-B4B2-F4EF93535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C0E7BED-0DAA-459E-A2BD-CAA6F06E6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59004-B6F4-483C-B773-88B71CE0DD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7738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01D9CF5-A29D-463F-877A-5EB89CCE1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988E512-2651-45D5-BACB-C5AD021D32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6ED7FDA-5695-4A50-8611-64055DBDFE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F7CC1-1E03-4F3A-AB27-DC309FA82821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C7C095A-D934-4CCD-A635-1353235BE7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F105EA0-2BF4-4E0E-B024-35F969D48B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A59004-B6F4-483C-B773-88B71CE0DD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9417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AE983D-80F2-4D13-9354-EA2BA22BB7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Présentation des résultats</a:t>
            </a:r>
          </a:p>
        </p:txBody>
      </p:sp>
    </p:spTree>
    <p:extLst>
      <p:ext uri="{BB962C8B-B14F-4D97-AF65-F5344CB8AC3E}">
        <p14:creationId xmlns:p14="http://schemas.microsoft.com/office/powerpoint/2010/main" val="2190523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AE983D-80F2-4D13-9354-EA2BA22BB7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AMR Ville FQ</a:t>
            </a:r>
          </a:p>
        </p:txBody>
      </p:sp>
    </p:spTree>
    <p:extLst>
      <p:ext uri="{BB962C8B-B14F-4D97-AF65-F5344CB8AC3E}">
        <p14:creationId xmlns:p14="http://schemas.microsoft.com/office/powerpoint/2010/main" val="554061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530B02-42EB-42A6-98A3-D028D7F62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035" y="289826"/>
            <a:ext cx="10515600" cy="750611"/>
          </a:xfrm>
        </p:spPr>
        <p:txBody>
          <a:bodyPr/>
          <a:lstStyle/>
          <a:p>
            <a:r>
              <a:rPr lang="fr-FR" dirty="0"/>
              <a:t>Graphe du modèle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E1698EB-FCF6-4E36-AE01-CAF8A3AD1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35" y="1115736"/>
            <a:ext cx="8004512" cy="542528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6D79E95E-0AD4-4D8C-BEA1-1160FAFC3588}"/>
              </a:ext>
            </a:extLst>
          </p:cNvPr>
          <p:cNvGrpSpPr/>
          <p:nvPr/>
        </p:nvGrpSpPr>
        <p:grpSpPr>
          <a:xfrm>
            <a:off x="8787467" y="2374489"/>
            <a:ext cx="2877424" cy="1686188"/>
            <a:chOff x="8737133" y="1502034"/>
            <a:chExt cx="2877424" cy="1686188"/>
          </a:xfrm>
        </p:grpSpPr>
        <p:sp>
          <p:nvSpPr>
            <p:cNvPr id="6" name="Rectangle : carré corné 5">
              <a:extLst>
                <a:ext uri="{FF2B5EF4-FFF2-40B4-BE49-F238E27FC236}">
                  <a16:creationId xmlns:a16="http://schemas.microsoft.com/office/drawing/2014/main" id="{AB167A05-8477-4AF9-BA6C-1482FCA752F1}"/>
                </a:ext>
              </a:extLst>
            </p:cNvPr>
            <p:cNvSpPr/>
            <p:nvPr/>
          </p:nvSpPr>
          <p:spPr>
            <a:xfrm>
              <a:off x="8737133" y="1502034"/>
              <a:ext cx="2877424" cy="1686188"/>
            </a:xfrm>
            <a:prstGeom prst="foldedCorner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4862162D-BEE4-4B1F-B905-D2F0635B5F2A}"/>
                </a:ext>
              </a:extLst>
            </p:cNvPr>
            <p:cNvSpPr txBox="1"/>
            <p:nvPr/>
          </p:nvSpPr>
          <p:spPr>
            <a:xfrm>
              <a:off x="8883941" y="1652631"/>
              <a:ext cx="2583809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sz="1200" dirty="0"/>
                <a:t>AFIT (variance globale du modèle corrigé par le nb de paramètres à estimer) : 0.54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sz="1200" dirty="0"/>
                <a:t>FIT_M (variance du modèle entre VL et VO): 0.59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fr-FR" sz="1200" dirty="0"/>
                <a:t>FIT_S (variance du modèle des liens entre VL): 0.8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19984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4C515769-5B3D-438F-91F8-E34514007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52767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52</Words>
  <Application>Microsoft Office PowerPoint</Application>
  <PresentationFormat>Grand écran</PresentationFormat>
  <Paragraphs>6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Thème Office</vt:lpstr>
      <vt:lpstr>Présentation des résultats</vt:lpstr>
      <vt:lpstr>AMR Ville FQ</vt:lpstr>
      <vt:lpstr>Graphe du modèle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des résultats</dc:title>
  <dc:creator>MARTET Gaspard</dc:creator>
  <cp:lastModifiedBy>MARTET Gaspard</cp:lastModifiedBy>
  <cp:revision>4</cp:revision>
  <dcterms:created xsi:type="dcterms:W3CDTF">2026-07-02T13:10:21Z</dcterms:created>
  <dcterms:modified xsi:type="dcterms:W3CDTF">2026-07-02T15:03:22Z</dcterms:modified>
</cp:coreProperties>
</file>