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6"/>
    <a:srgbClr val="00BF7D"/>
    <a:srgbClr val="E76BF3"/>
    <a:srgbClr val="A3A500"/>
    <a:srgbClr val="F8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30FAB-0257-40B8-9E83-6FD1381C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D3B3D3-3AA1-467C-812D-BFA8254C1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2051D2-4353-45B2-A735-6BF027A1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C81DCB-6990-4DEB-B952-F2031548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59A113-DD4D-4AC8-974C-4C906A2B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25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DE5BF-A080-4BDA-AE6A-41C35DEA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6D3331-5DD0-4C93-B588-2CD0423E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7F3A0-9ADA-445A-BE3F-10D0FA60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943223-FA60-4BD1-B086-045D0845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0BF25F-AA16-4F09-A203-520C9DC1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56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A62C1-3C3F-4601-9EB4-54833ADC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5ABAAF-A867-43A5-8E49-955A6A279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2302A7-12E1-4241-95C4-120437B5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D0C48-8308-40DB-998A-AE80FCEAC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1C89AA-6697-42DD-8AE6-A594E647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48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4EED1-A7F0-4CFC-BEC8-EB743296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BBDD6-43C5-41F5-B605-D93F8CCF2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F5B6E1-8FA0-4459-B16F-5DB3499EB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46EF3A-88BF-4CC5-94C2-35F4C1D1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236898-81B8-4A3F-BD84-A68838B5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F2AC67-3DAD-4F08-BE32-51457964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4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0E52A-80FC-49F2-9465-792CBB72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011A14-86CA-42DA-9637-6FBE0F42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99B648-832B-41AF-8EA1-3A435E53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5C154C-3BD8-4195-BB3A-AEB624424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CA158D-2E43-45ED-A208-77EC30647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35505B-3A59-402A-9B07-843C7995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B135E-567C-4249-BD88-3674091C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08C70D-82E7-4FD1-8BAA-F837B357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17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CAE90-61C9-4BCA-B365-0BFFD612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9ED2F3-DA5A-40A9-B83C-9EBF2FB5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23131B-32E8-452D-902D-C10841FF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F2F2C5-8993-4273-B196-8C97EA11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668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376DC6-F893-4B7E-9220-97BC73B5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96D4BA-A49E-43E9-92D3-0BA92127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4D51BA-FB78-4FD9-A4B9-911AFDB1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2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4AB1C-1F20-4D34-B294-0B2C5968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12896-7430-416D-B501-73E1F1F8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3ADA73-732F-4FE0-8FB0-6C88664BF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6306E6-52CE-4A29-BAF9-EA1F7D88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DE458-DB61-4BFA-BA4A-C4C41C2D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01A7D-05B7-4A93-81FA-559DA185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89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BDF18-A707-493B-AB3D-44375519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01C2EF-AC56-4686-B109-FEF32C76D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6C540C-4F52-4164-8D42-2094D583E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092E5D-1C00-4593-A773-72A5D38C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A3B1D1-AB96-40E0-A24C-97A65073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F49BEE-34B0-4AF4-A352-8BEE5A0D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50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918DD-97E3-4849-85B9-2F3414096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2C737D-B001-4EAF-B1A2-80C30F87B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8438-BA52-45B8-A6D2-EDCEEF23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86A520-D4CF-4515-B831-982C15CF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DDD85-87FF-4C33-8D44-35C4D380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A36579-3E41-43EA-BB60-C807CCB3B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474C48-C0A4-42B7-8969-002DE8617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E6904A-283A-420E-B3FA-FF6CB92E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94C9A1-81C3-4EEC-9A9F-E41871BC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B640F-D785-4A4E-9AA8-3EEAD5AF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1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F920C1-5D6B-4C9F-907F-B6F90D6B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58F7BE-601D-4506-B34A-DC0C4EF8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DFC2D-85D1-44DE-9F1A-8983D1F0A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C79C5-3CC8-4373-907F-2E1F47B9C95B}" type="datetimeFigureOut">
              <a:rPr lang="fr-FR" smtClean="0"/>
              <a:t>28/08/2026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4574D-0C93-422F-A9EA-62D6C807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A75B9B-6EF2-412A-B1C6-DD2B2F462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99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F5C23EA5-E784-4021-A82D-AE7317BAA0EA}"/>
              </a:ext>
            </a:extLst>
          </p:cNvPr>
          <p:cNvGrpSpPr/>
          <p:nvPr/>
        </p:nvGrpSpPr>
        <p:grpSpPr>
          <a:xfrm>
            <a:off x="105834" y="398389"/>
            <a:ext cx="10797114" cy="5537630"/>
            <a:chOff x="105834" y="398389"/>
            <a:chExt cx="10797114" cy="5537630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FF32897-D699-4EF8-97BB-81B42CDC2DD0}"/>
                </a:ext>
              </a:extLst>
            </p:cNvPr>
            <p:cNvGrpSpPr/>
            <p:nvPr/>
          </p:nvGrpSpPr>
          <p:grpSpPr>
            <a:xfrm>
              <a:off x="105834" y="2586124"/>
              <a:ext cx="2582333" cy="1258416"/>
              <a:chOff x="270934" y="368071"/>
              <a:chExt cx="2582333" cy="1258416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48E56DC-04D6-4514-8581-639195D6C8E4}"/>
                  </a:ext>
                </a:extLst>
              </p:cNvPr>
              <p:cNvSpPr/>
              <p:nvPr/>
            </p:nvSpPr>
            <p:spPr>
              <a:xfrm>
                <a:off x="1193800" y="745954"/>
                <a:ext cx="1659467" cy="88053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Humain</a:t>
                </a:r>
              </a:p>
            </p:txBody>
          </p:sp>
          <p:cxnSp>
            <p:nvCxnSpPr>
              <p:cNvPr id="41" name="Connecteur droit avec flèche 40">
                <a:extLst>
                  <a:ext uri="{FF2B5EF4-FFF2-40B4-BE49-F238E27FC236}">
                    <a16:creationId xmlns:a16="http://schemas.microsoft.com/office/drawing/2014/main" id="{084830E6-54A0-4390-B044-961F5B950BC5}"/>
                  </a:ext>
                </a:extLst>
              </p:cNvPr>
              <p:cNvCxnSpPr/>
              <p:nvPr/>
            </p:nvCxnSpPr>
            <p:spPr>
              <a:xfrm>
                <a:off x="1016000" y="745067"/>
                <a:ext cx="0" cy="82126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E2D3ACDF-5E51-48DE-8050-87366971D5AA}"/>
                  </a:ext>
                </a:extLst>
              </p:cNvPr>
              <p:cNvSpPr txBox="1"/>
              <p:nvPr/>
            </p:nvSpPr>
            <p:spPr>
              <a:xfrm>
                <a:off x="270934" y="1069917"/>
                <a:ext cx="74506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12 régions</a:t>
                </a:r>
              </a:p>
            </p:txBody>
          </p:sp>
          <p:cxnSp>
            <p:nvCxnSpPr>
              <p:cNvPr id="43" name="Connecteur droit avec flèche 42">
                <a:extLst>
                  <a:ext uri="{FF2B5EF4-FFF2-40B4-BE49-F238E27FC236}">
                    <a16:creationId xmlns:a16="http://schemas.microsoft.com/office/drawing/2014/main" id="{46455CAF-F801-4643-BB0E-28BC077376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592667"/>
                <a:ext cx="165946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7669819F-8761-4D86-96A1-CF36AFE272B8}"/>
                  </a:ext>
                </a:extLst>
              </p:cNvPr>
              <p:cNvSpPr txBox="1"/>
              <p:nvPr/>
            </p:nvSpPr>
            <p:spPr>
              <a:xfrm>
                <a:off x="1515533" y="368071"/>
                <a:ext cx="1143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max 3 variables</a:t>
                </a:r>
              </a:p>
            </p:txBody>
          </p:sp>
        </p:grp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E15AC3C4-F2BD-4AAE-8051-3253D6A9CC25}"/>
                </a:ext>
              </a:extLst>
            </p:cNvPr>
            <p:cNvGrpSpPr/>
            <p:nvPr/>
          </p:nvGrpSpPr>
          <p:grpSpPr>
            <a:xfrm>
              <a:off x="2688167" y="398389"/>
              <a:ext cx="8214781" cy="5537630"/>
              <a:chOff x="2688167" y="398389"/>
              <a:chExt cx="8214781" cy="5537630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8FA7A248-7FC3-4B2D-92F7-169FBE8F2955}"/>
                  </a:ext>
                </a:extLst>
              </p:cNvPr>
              <p:cNvGrpSpPr/>
              <p:nvPr/>
            </p:nvGrpSpPr>
            <p:grpSpPr>
              <a:xfrm>
                <a:off x="7224182" y="4353639"/>
                <a:ext cx="2582333" cy="1257529"/>
                <a:chOff x="270934" y="368071"/>
                <a:chExt cx="2582333" cy="125752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A992EBD8-A7E1-44AD-8244-ED10E8F0F5D1}"/>
                    </a:ext>
                  </a:extLst>
                </p:cNvPr>
                <p:cNvSpPr/>
                <p:nvPr/>
              </p:nvSpPr>
              <p:spPr>
                <a:xfrm>
                  <a:off x="1193800" y="745067"/>
                  <a:ext cx="1659467" cy="8805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AMC</a:t>
                  </a:r>
                </a:p>
              </p:txBody>
            </p:sp>
            <p:cxnSp>
              <p:nvCxnSpPr>
                <p:cNvPr id="6" name="Connecteur droit avec flèche 5">
                  <a:extLst>
                    <a:ext uri="{FF2B5EF4-FFF2-40B4-BE49-F238E27FC236}">
                      <a16:creationId xmlns:a16="http://schemas.microsoft.com/office/drawing/2014/main" id="{1CCE6BEB-83CF-4A23-892E-0D37934134D9}"/>
                    </a:ext>
                  </a:extLst>
                </p:cNvPr>
                <p:cNvCxnSpPr/>
                <p:nvPr/>
              </p:nvCxnSpPr>
              <p:spPr>
                <a:xfrm>
                  <a:off x="1016000" y="745067"/>
                  <a:ext cx="0" cy="821266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id="{EB67AE6F-4EE1-48A0-979B-153EF4E1F202}"/>
                    </a:ext>
                  </a:extLst>
                </p:cNvPr>
                <p:cNvSpPr txBox="1"/>
                <p:nvPr/>
              </p:nvSpPr>
              <p:spPr>
                <a:xfrm>
                  <a:off x="270934" y="1069917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8" name="Connecteur droit avec flèche 7">
                  <a:extLst>
                    <a:ext uri="{FF2B5EF4-FFF2-40B4-BE49-F238E27FC236}">
                      <a16:creationId xmlns:a16="http://schemas.microsoft.com/office/drawing/2014/main" id="{F6841A1E-B5FD-421C-A88D-FBFFC8728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1659467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ZoneTexte 11">
                  <a:extLst>
                    <a:ext uri="{FF2B5EF4-FFF2-40B4-BE49-F238E27FC236}">
                      <a16:creationId xmlns:a16="http://schemas.microsoft.com/office/drawing/2014/main" id="{5A5AE3FC-E219-4516-97BF-34B08481C6E7}"/>
                    </a:ext>
                  </a:extLst>
                </p:cNvPr>
                <p:cNvSpPr txBox="1"/>
                <p:nvPr/>
              </p:nvSpPr>
              <p:spPr>
                <a:xfrm>
                  <a:off x="1515533" y="368071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fr-FR" sz="900">
                      <a:latin typeface="Arial" panose="020B0604020202020204" pitchFamily="34" charset="0"/>
                      <a:cs typeface="Arial" panose="020B0604020202020204" pitchFamily="34" charset="0"/>
                    </a:rPr>
                    <a:t>max 3 </a:t>
                  </a:r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variables</a:t>
                  </a:r>
                </a:p>
              </p:txBody>
            </p:sp>
          </p:grpSp>
          <p:grpSp>
            <p:nvGrpSpPr>
              <p:cNvPr id="14" name="Groupe 13">
                <a:extLst>
                  <a:ext uri="{FF2B5EF4-FFF2-40B4-BE49-F238E27FC236}">
                    <a16:creationId xmlns:a16="http://schemas.microsoft.com/office/drawing/2014/main" id="{01CD2FC3-B72C-406A-A028-AF99F36A7492}"/>
                  </a:ext>
                </a:extLst>
              </p:cNvPr>
              <p:cNvGrpSpPr/>
              <p:nvPr/>
            </p:nvGrpSpPr>
            <p:grpSpPr>
              <a:xfrm>
                <a:off x="3771901" y="398389"/>
                <a:ext cx="2582333" cy="1257529"/>
                <a:chOff x="270934" y="368071"/>
                <a:chExt cx="2582333" cy="1257529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A0C2064-6A4C-4691-9C1F-4AF6ECF3E904}"/>
                    </a:ext>
                  </a:extLst>
                </p:cNvPr>
                <p:cNvSpPr/>
                <p:nvPr/>
              </p:nvSpPr>
              <p:spPr>
                <a:xfrm>
                  <a:off x="1193800" y="745067"/>
                  <a:ext cx="1659466" cy="8805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Animaux</a:t>
                  </a:r>
                </a:p>
              </p:txBody>
            </p:sp>
            <p:cxnSp>
              <p:nvCxnSpPr>
                <p:cNvPr id="16" name="Connecteur droit avec flèche 15">
                  <a:extLst>
                    <a:ext uri="{FF2B5EF4-FFF2-40B4-BE49-F238E27FC236}">
                      <a16:creationId xmlns:a16="http://schemas.microsoft.com/office/drawing/2014/main" id="{8DCCD066-A17B-4729-B96B-9B814A7F2EEE}"/>
                    </a:ext>
                  </a:extLst>
                </p:cNvPr>
                <p:cNvCxnSpPr/>
                <p:nvPr/>
              </p:nvCxnSpPr>
              <p:spPr>
                <a:xfrm>
                  <a:off x="1016000" y="745067"/>
                  <a:ext cx="0" cy="821266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F24B1BC-32B2-4473-8BDF-0E2AC86AA40D}"/>
                    </a:ext>
                  </a:extLst>
                </p:cNvPr>
                <p:cNvSpPr txBox="1"/>
                <p:nvPr/>
              </p:nvSpPr>
              <p:spPr>
                <a:xfrm>
                  <a:off x="270934" y="1069917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18" name="Connecteur droit avec flèche 17">
                  <a:extLst>
                    <a:ext uri="{FF2B5EF4-FFF2-40B4-BE49-F238E27FC236}">
                      <a16:creationId xmlns:a16="http://schemas.microsoft.com/office/drawing/2014/main" id="{A9A21EDF-20DA-443C-B3BB-94EE1CBD5D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1659467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24F942E7-77C6-41D5-80C5-4A51D8C705B2}"/>
                    </a:ext>
                  </a:extLst>
                </p:cNvPr>
                <p:cNvSpPr txBox="1"/>
                <p:nvPr/>
              </p:nvSpPr>
              <p:spPr>
                <a:xfrm>
                  <a:off x="1515532" y="368071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max 4 variables</a:t>
                  </a:r>
                </a:p>
              </p:txBody>
            </p:sp>
          </p:grpSp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B744D23B-2E94-47F7-96A7-4BA7E6FB0089}"/>
                  </a:ext>
                </a:extLst>
              </p:cNvPr>
              <p:cNvGrpSpPr/>
              <p:nvPr/>
            </p:nvGrpSpPr>
            <p:grpSpPr>
              <a:xfrm>
                <a:off x="3860801" y="4678490"/>
                <a:ext cx="2582333" cy="1257529"/>
                <a:chOff x="270934" y="368071"/>
                <a:chExt cx="2582333" cy="1257529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7ABEB32-5092-4FCF-BF63-D0B007B38D7B}"/>
                    </a:ext>
                  </a:extLst>
                </p:cNvPr>
                <p:cNvSpPr/>
                <p:nvPr/>
              </p:nvSpPr>
              <p:spPr>
                <a:xfrm>
                  <a:off x="1193800" y="745067"/>
                  <a:ext cx="1659467" cy="88053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Environnement</a:t>
                  </a:r>
                </a:p>
              </p:txBody>
            </p:sp>
            <p:cxnSp>
              <p:nvCxnSpPr>
                <p:cNvPr id="35" name="Connecteur droit avec flèche 34">
                  <a:extLst>
                    <a:ext uri="{FF2B5EF4-FFF2-40B4-BE49-F238E27FC236}">
                      <a16:creationId xmlns:a16="http://schemas.microsoft.com/office/drawing/2014/main" id="{497DCD8A-A1A8-48BB-8426-10C4F231FD9E}"/>
                    </a:ext>
                  </a:extLst>
                </p:cNvPr>
                <p:cNvCxnSpPr/>
                <p:nvPr/>
              </p:nvCxnSpPr>
              <p:spPr>
                <a:xfrm>
                  <a:off x="1016000" y="745067"/>
                  <a:ext cx="0" cy="821266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041529AD-512E-41E1-AC44-DD17CB7DDF2F}"/>
                    </a:ext>
                  </a:extLst>
                </p:cNvPr>
                <p:cNvSpPr txBox="1"/>
                <p:nvPr/>
              </p:nvSpPr>
              <p:spPr>
                <a:xfrm>
                  <a:off x="270934" y="1069917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37" name="Connecteur droit avec flèche 36">
                  <a:extLst>
                    <a:ext uri="{FF2B5EF4-FFF2-40B4-BE49-F238E27FC236}">
                      <a16:creationId xmlns:a16="http://schemas.microsoft.com/office/drawing/2014/main" id="{ECA53E8D-6A3F-421D-87CA-AAC798F82B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1659467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9ACF325C-B7E2-4AF5-968E-3C71B3EBB07D}"/>
                    </a:ext>
                  </a:extLst>
                </p:cNvPr>
                <p:cNvSpPr txBox="1"/>
                <p:nvPr/>
              </p:nvSpPr>
              <p:spPr>
                <a:xfrm>
                  <a:off x="1515533" y="368071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max 2 variables</a:t>
                  </a:r>
                </a:p>
              </p:txBody>
            </p:sp>
          </p:grp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74A41B7F-8B14-4868-99CF-8907F89937AE}"/>
                  </a:ext>
                </a:extLst>
              </p:cNvPr>
              <p:cNvSpPr/>
              <p:nvPr/>
            </p:nvSpPr>
            <p:spPr>
              <a:xfrm>
                <a:off x="5202767" y="2152553"/>
                <a:ext cx="643466" cy="558798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t</a:t>
                </a:r>
                <a:r>
                  <a:rPr lang="fr-FR" baseline="-250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89B56BEC-32A7-401A-9A46-9877A785C0F8}"/>
                  </a:ext>
                </a:extLst>
              </p:cNvPr>
              <p:cNvSpPr/>
              <p:nvPr/>
            </p:nvSpPr>
            <p:spPr>
              <a:xfrm>
                <a:off x="3198285" y="3076302"/>
                <a:ext cx="643466" cy="558798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t</a:t>
                </a:r>
                <a:r>
                  <a:rPr lang="fr-FR" baseline="-250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grpSp>
            <p:nvGrpSpPr>
              <p:cNvPr id="60" name="Groupe 59">
                <a:extLst>
                  <a:ext uri="{FF2B5EF4-FFF2-40B4-BE49-F238E27FC236}">
                    <a16:creationId xmlns:a16="http://schemas.microsoft.com/office/drawing/2014/main" id="{FDCA1811-6CFC-4654-8487-35124C8C3764}"/>
                  </a:ext>
                </a:extLst>
              </p:cNvPr>
              <p:cNvGrpSpPr/>
              <p:nvPr/>
            </p:nvGrpSpPr>
            <p:grpSpPr>
              <a:xfrm>
                <a:off x="9040281" y="1669621"/>
                <a:ext cx="1862667" cy="1306770"/>
                <a:chOff x="270934" y="318830"/>
                <a:chExt cx="1862667" cy="130677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7E09C4B-2FA3-4D73-A1BA-DC779677F558}"/>
                    </a:ext>
                  </a:extLst>
                </p:cNvPr>
                <p:cNvSpPr/>
                <p:nvPr/>
              </p:nvSpPr>
              <p:spPr>
                <a:xfrm>
                  <a:off x="1193800" y="745067"/>
                  <a:ext cx="529167" cy="8805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Y</a:t>
                  </a:r>
                </a:p>
              </p:txBody>
            </p:sp>
            <p:cxnSp>
              <p:nvCxnSpPr>
                <p:cNvPr id="62" name="Connecteur droit avec flèche 61">
                  <a:extLst>
                    <a:ext uri="{FF2B5EF4-FFF2-40B4-BE49-F238E27FC236}">
                      <a16:creationId xmlns:a16="http://schemas.microsoft.com/office/drawing/2014/main" id="{E12D763A-03B0-440C-A97F-B619A2E669E6}"/>
                    </a:ext>
                  </a:extLst>
                </p:cNvPr>
                <p:cNvCxnSpPr/>
                <p:nvPr/>
              </p:nvCxnSpPr>
              <p:spPr>
                <a:xfrm>
                  <a:off x="1016000" y="745067"/>
                  <a:ext cx="0" cy="821266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967EAD35-89EE-4B20-AD20-08F5793FF116}"/>
                    </a:ext>
                  </a:extLst>
                </p:cNvPr>
                <p:cNvSpPr txBox="1"/>
                <p:nvPr/>
              </p:nvSpPr>
              <p:spPr>
                <a:xfrm>
                  <a:off x="270934" y="1069917"/>
                  <a:ext cx="74506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 régions</a:t>
                  </a:r>
                </a:p>
              </p:txBody>
            </p:sp>
            <p:cxnSp>
              <p:nvCxnSpPr>
                <p:cNvPr id="64" name="Connecteur droit avec flèche 63">
                  <a:extLst>
                    <a:ext uri="{FF2B5EF4-FFF2-40B4-BE49-F238E27FC236}">
                      <a16:creationId xmlns:a16="http://schemas.microsoft.com/office/drawing/2014/main" id="{EE032EF4-A1DC-4DAF-A752-EFFBCF8E51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592667"/>
                  <a:ext cx="529167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489AD634-96B9-4903-B1A4-7391D77279AC}"/>
                    </a:ext>
                  </a:extLst>
                </p:cNvPr>
                <p:cNvSpPr txBox="1"/>
                <p:nvPr/>
              </p:nvSpPr>
              <p:spPr>
                <a:xfrm>
                  <a:off x="990601" y="318830"/>
                  <a:ext cx="114300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max 1 variable</a:t>
                  </a:r>
                </a:p>
              </p:txBody>
            </p:sp>
          </p:grp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C1842BC6-A26B-41CC-9940-91F9885286AD}"/>
                  </a:ext>
                </a:extLst>
              </p:cNvPr>
              <p:cNvSpPr/>
              <p:nvPr/>
            </p:nvSpPr>
            <p:spPr>
              <a:xfrm>
                <a:off x="5202767" y="3939906"/>
                <a:ext cx="643466" cy="558798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t</a:t>
                </a:r>
                <a:r>
                  <a:rPr lang="fr-FR" baseline="-250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A614A312-4AE6-4A69-8B72-B20545BF2321}"/>
                  </a:ext>
                </a:extLst>
              </p:cNvPr>
              <p:cNvSpPr/>
              <p:nvPr/>
            </p:nvSpPr>
            <p:spPr>
              <a:xfrm>
                <a:off x="8147048" y="3465767"/>
                <a:ext cx="643466" cy="558798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t</a:t>
                </a:r>
                <a:r>
                  <a:rPr lang="fr-FR" baseline="-25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87E5FD23-E975-439D-B0AA-32809D704A39}"/>
                  </a:ext>
                </a:extLst>
              </p:cNvPr>
              <p:cNvCxnSpPr>
                <a:stCxn id="40" idx="3"/>
                <a:endCxn id="56" idx="2"/>
              </p:cNvCxnSpPr>
              <p:nvPr/>
            </p:nvCxnSpPr>
            <p:spPr>
              <a:xfrm flipV="1">
                <a:off x="2688167" y="3355701"/>
                <a:ext cx="510118" cy="4857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eur droit 86">
                <a:extLst>
                  <a:ext uri="{FF2B5EF4-FFF2-40B4-BE49-F238E27FC236}">
                    <a16:creationId xmlns:a16="http://schemas.microsoft.com/office/drawing/2014/main" id="{90BCFD3A-51F0-41F8-9779-74B91B4BB72A}"/>
                  </a:ext>
                </a:extLst>
              </p:cNvPr>
              <p:cNvCxnSpPr>
                <a:cxnSpLocks/>
                <a:stCxn id="55" idx="0"/>
              </p:cNvCxnSpPr>
              <p:nvPr/>
            </p:nvCxnSpPr>
            <p:spPr>
              <a:xfrm flipV="1">
                <a:off x="5524500" y="1669621"/>
                <a:ext cx="152400" cy="4829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necteur droit 88">
                <a:extLst>
                  <a:ext uri="{FF2B5EF4-FFF2-40B4-BE49-F238E27FC236}">
                    <a16:creationId xmlns:a16="http://schemas.microsoft.com/office/drawing/2014/main" id="{19305432-3DBB-4E6F-AB21-C0863F67B497}"/>
                  </a:ext>
                </a:extLst>
              </p:cNvPr>
              <p:cNvCxnSpPr>
                <a:cxnSpLocks/>
                <a:endCxn id="83" idx="4"/>
              </p:cNvCxnSpPr>
              <p:nvPr/>
            </p:nvCxnSpPr>
            <p:spPr>
              <a:xfrm flipH="1" flipV="1">
                <a:off x="5524500" y="4498704"/>
                <a:ext cx="63500" cy="5624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90">
                <a:extLst>
                  <a:ext uri="{FF2B5EF4-FFF2-40B4-BE49-F238E27FC236}">
                    <a16:creationId xmlns:a16="http://schemas.microsoft.com/office/drawing/2014/main" id="{F0BAA152-E957-4290-879D-BA430D576440}"/>
                  </a:ext>
                </a:extLst>
              </p:cNvPr>
              <p:cNvCxnSpPr>
                <a:cxnSpLocks/>
                <a:stCxn id="4" idx="0"/>
                <a:endCxn id="86" idx="4"/>
              </p:cNvCxnSpPr>
              <p:nvPr/>
            </p:nvCxnSpPr>
            <p:spPr>
              <a:xfrm flipH="1" flipV="1">
                <a:off x="8468781" y="4024565"/>
                <a:ext cx="508001" cy="7060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necteur droit avec flèche 70">
                <a:extLst>
                  <a:ext uri="{FF2B5EF4-FFF2-40B4-BE49-F238E27FC236}">
                    <a16:creationId xmlns:a16="http://schemas.microsoft.com/office/drawing/2014/main" id="{EB4C53B0-33A0-4C3E-90F5-F0DCA6E2DC82}"/>
                  </a:ext>
                </a:extLst>
              </p:cNvPr>
              <p:cNvCxnSpPr>
                <a:stCxn id="56" idx="7"/>
                <a:endCxn id="55" idx="2"/>
              </p:cNvCxnSpPr>
              <p:nvPr/>
            </p:nvCxnSpPr>
            <p:spPr>
              <a:xfrm flipV="1">
                <a:off x="3747518" y="2431952"/>
                <a:ext cx="1455249" cy="72618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77" name="Connecteur droit avec flèche 76">
                <a:extLst>
                  <a:ext uri="{FF2B5EF4-FFF2-40B4-BE49-F238E27FC236}">
                    <a16:creationId xmlns:a16="http://schemas.microsoft.com/office/drawing/2014/main" id="{F7A96C17-B3D7-4203-A4D0-86AAB47C13EE}"/>
                  </a:ext>
                </a:extLst>
              </p:cNvPr>
              <p:cNvCxnSpPr>
                <a:stCxn id="56" idx="5"/>
                <a:endCxn id="83" idx="1"/>
              </p:cNvCxnSpPr>
              <p:nvPr/>
            </p:nvCxnSpPr>
            <p:spPr>
              <a:xfrm>
                <a:off x="3747518" y="3553266"/>
                <a:ext cx="1549482" cy="46847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97" name="Connecteur droit avec flèche 96">
                <a:extLst>
                  <a:ext uri="{FF2B5EF4-FFF2-40B4-BE49-F238E27FC236}">
                    <a16:creationId xmlns:a16="http://schemas.microsoft.com/office/drawing/2014/main" id="{244CE777-55BB-43E1-A3F2-7E4552216145}"/>
                  </a:ext>
                </a:extLst>
              </p:cNvPr>
              <p:cNvCxnSpPr>
                <a:cxnSpLocks/>
                <a:endCxn id="83" idx="0"/>
              </p:cNvCxnSpPr>
              <p:nvPr/>
            </p:nvCxnSpPr>
            <p:spPr>
              <a:xfrm>
                <a:off x="5496310" y="2706669"/>
                <a:ext cx="28190" cy="1233237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1" name="Connecteur droit avec flèche 100">
                <a:extLst>
                  <a:ext uri="{FF2B5EF4-FFF2-40B4-BE49-F238E27FC236}">
                    <a16:creationId xmlns:a16="http://schemas.microsoft.com/office/drawing/2014/main" id="{6D6723AA-2943-4961-9FD5-220254AAEDD0}"/>
                  </a:ext>
                </a:extLst>
              </p:cNvPr>
              <p:cNvCxnSpPr>
                <a:cxnSpLocks/>
                <a:stCxn id="56" idx="6"/>
                <a:endCxn id="86" idx="2"/>
              </p:cNvCxnSpPr>
              <p:nvPr/>
            </p:nvCxnSpPr>
            <p:spPr>
              <a:xfrm>
                <a:off x="3841751" y="3355701"/>
                <a:ext cx="4305297" cy="3894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Connecteur droit avec flèche 103">
                <a:extLst>
                  <a:ext uri="{FF2B5EF4-FFF2-40B4-BE49-F238E27FC236}">
                    <a16:creationId xmlns:a16="http://schemas.microsoft.com/office/drawing/2014/main" id="{4F173E60-0876-487C-A09D-58F4FD00B860}"/>
                  </a:ext>
                </a:extLst>
              </p:cNvPr>
              <p:cNvCxnSpPr>
                <a:cxnSpLocks/>
                <a:stCxn id="83" idx="6"/>
                <a:endCxn id="86" idx="3"/>
              </p:cNvCxnSpPr>
              <p:nvPr/>
            </p:nvCxnSpPr>
            <p:spPr>
              <a:xfrm flipV="1">
                <a:off x="5846233" y="3942731"/>
                <a:ext cx="2395048" cy="2765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Connecteur droit avec flèche 104">
                <a:extLst>
                  <a:ext uri="{FF2B5EF4-FFF2-40B4-BE49-F238E27FC236}">
                    <a16:creationId xmlns:a16="http://schemas.microsoft.com/office/drawing/2014/main" id="{535EA614-6159-464F-AC2B-AFB341605941}"/>
                  </a:ext>
                </a:extLst>
              </p:cNvPr>
              <p:cNvCxnSpPr>
                <a:cxnSpLocks/>
                <a:stCxn id="86" idx="0"/>
                <a:endCxn id="112" idx="4"/>
              </p:cNvCxnSpPr>
              <p:nvPr/>
            </p:nvCxnSpPr>
            <p:spPr>
              <a:xfrm flipV="1">
                <a:off x="8468781" y="2777001"/>
                <a:ext cx="249766" cy="6887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493842CD-0665-4A27-9432-1B5D4CD35AA8}"/>
                  </a:ext>
                </a:extLst>
              </p:cNvPr>
              <p:cNvSpPr/>
              <p:nvPr/>
            </p:nvSpPr>
            <p:spPr>
              <a:xfrm>
                <a:off x="8396814" y="2218203"/>
                <a:ext cx="643466" cy="558798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err="1">
                    <a:solidFill>
                      <a:schemeClr val="tx1"/>
                    </a:solidFill>
                  </a:rPr>
                  <a:t>t</a:t>
                </a:r>
                <a:r>
                  <a:rPr lang="fr-FR" baseline="-25000" dirty="0" err="1">
                    <a:solidFill>
                      <a:schemeClr val="tx1"/>
                    </a:solidFill>
                  </a:rPr>
                  <a:t>y</a:t>
                </a:r>
                <a:endParaRPr lang="fr-FR" baseline="-25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5" name="Connecteur droit avec flèche 114">
                <a:extLst>
                  <a:ext uri="{FF2B5EF4-FFF2-40B4-BE49-F238E27FC236}">
                    <a16:creationId xmlns:a16="http://schemas.microsoft.com/office/drawing/2014/main" id="{C55FE631-DE36-4001-953D-547F103476B8}"/>
                  </a:ext>
                </a:extLst>
              </p:cNvPr>
              <p:cNvCxnSpPr>
                <a:cxnSpLocks/>
                <a:stCxn id="55" idx="7"/>
                <a:endCxn id="112" idx="2"/>
              </p:cNvCxnSpPr>
              <p:nvPr/>
            </p:nvCxnSpPr>
            <p:spPr>
              <a:xfrm>
                <a:off x="5752000" y="2234387"/>
                <a:ext cx="2644814" cy="2632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9" name="Connecteur droit avec flèche 118">
                <a:extLst>
                  <a:ext uri="{FF2B5EF4-FFF2-40B4-BE49-F238E27FC236}">
                    <a16:creationId xmlns:a16="http://schemas.microsoft.com/office/drawing/2014/main" id="{22B5DE84-1C10-45BC-BAEB-F2A2D97E6B8A}"/>
                  </a:ext>
                </a:extLst>
              </p:cNvPr>
              <p:cNvCxnSpPr>
                <a:cxnSpLocks/>
                <a:stCxn id="56" idx="6"/>
              </p:cNvCxnSpPr>
              <p:nvPr/>
            </p:nvCxnSpPr>
            <p:spPr>
              <a:xfrm flipV="1">
                <a:off x="3841751" y="2692227"/>
                <a:ext cx="4654546" cy="6634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2" name="Connecteur droit avec flèche 121">
                <a:extLst>
                  <a:ext uri="{FF2B5EF4-FFF2-40B4-BE49-F238E27FC236}">
                    <a16:creationId xmlns:a16="http://schemas.microsoft.com/office/drawing/2014/main" id="{6A96B123-4EE6-4AEA-9FBE-4ACC354255C2}"/>
                  </a:ext>
                </a:extLst>
              </p:cNvPr>
              <p:cNvCxnSpPr>
                <a:cxnSpLocks/>
                <a:stCxn id="83" idx="7"/>
                <a:endCxn id="112" idx="3"/>
              </p:cNvCxnSpPr>
              <p:nvPr/>
            </p:nvCxnSpPr>
            <p:spPr>
              <a:xfrm flipV="1">
                <a:off x="5752000" y="2695167"/>
                <a:ext cx="2739047" cy="13265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5" name="Connecteur droit 124">
                <a:extLst>
                  <a:ext uri="{FF2B5EF4-FFF2-40B4-BE49-F238E27FC236}">
                    <a16:creationId xmlns:a16="http://schemas.microsoft.com/office/drawing/2014/main" id="{EA4C95C5-5B3C-4AB3-9E7C-3B45FEF5B3B1}"/>
                  </a:ext>
                </a:extLst>
              </p:cNvPr>
              <p:cNvCxnSpPr>
                <a:cxnSpLocks/>
                <a:stCxn id="61" idx="1"/>
              </p:cNvCxnSpPr>
              <p:nvPr/>
            </p:nvCxnSpPr>
            <p:spPr>
              <a:xfrm flipH="1" flipV="1">
                <a:off x="9040281" y="2457685"/>
                <a:ext cx="922866" cy="784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3282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A4714321-91E2-4B70-9162-A9DB16AB5642}"/>
              </a:ext>
            </a:extLst>
          </p:cNvPr>
          <p:cNvGrpSpPr/>
          <p:nvPr/>
        </p:nvGrpSpPr>
        <p:grpSpPr>
          <a:xfrm>
            <a:off x="117446" y="916503"/>
            <a:ext cx="12074554" cy="5755048"/>
            <a:chOff x="117446" y="916503"/>
            <a:chExt cx="12074554" cy="5755048"/>
          </a:xfrm>
        </p:grpSpPr>
        <p:sp>
          <p:nvSpPr>
            <p:cNvPr id="172" name="Rectangle : coins arrondis 171">
              <a:extLst>
                <a:ext uri="{FF2B5EF4-FFF2-40B4-BE49-F238E27FC236}">
                  <a16:creationId xmlns:a16="http://schemas.microsoft.com/office/drawing/2014/main" id="{7720046A-E648-4D7F-A833-CCA3272650F1}"/>
                </a:ext>
              </a:extLst>
            </p:cNvPr>
            <p:cNvSpPr/>
            <p:nvPr/>
          </p:nvSpPr>
          <p:spPr>
            <a:xfrm>
              <a:off x="2926476" y="931178"/>
              <a:ext cx="9265524" cy="555351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0" name="Rectangle : coins arrondis 169">
              <a:extLst>
                <a:ext uri="{FF2B5EF4-FFF2-40B4-BE49-F238E27FC236}">
                  <a16:creationId xmlns:a16="http://schemas.microsoft.com/office/drawing/2014/main" id="{D35A0705-F9A3-40D0-AD5B-8E72D1BAA697}"/>
                </a:ext>
              </a:extLst>
            </p:cNvPr>
            <p:cNvSpPr/>
            <p:nvPr/>
          </p:nvSpPr>
          <p:spPr>
            <a:xfrm>
              <a:off x="4056246" y="1478891"/>
              <a:ext cx="8007984" cy="491352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8" name="Rectangle : coins arrondis 167">
              <a:extLst>
                <a:ext uri="{FF2B5EF4-FFF2-40B4-BE49-F238E27FC236}">
                  <a16:creationId xmlns:a16="http://schemas.microsoft.com/office/drawing/2014/main" id="{FAA98E94-FD1C-49C0-B147-2776164F35B8}"/>
                </a:ext>
              </a:extLst>
            </p:cNvPr>
            <p:cNvSpPr/>
            <p:nvPr/>
          </p:nvSpPr>
          <p:spPr>
            <a:xfrm>
              <a:off x="5585812" y="2315985"/>
              <a:ext cx="6380119" cy="38954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3" name="Connecteur droit avec flèche 142">
              <a:extLst>
                <a:ext uri="{FF2B5EF4-FFF2-40B4-BE49-F238E27FC236}">
                  <a16:creationId xmlns:a16="http://schemas.microsoft.com/office/drawing/2014/main" id="{0B3F70F5-D918-426B-B228-2B546B70CB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1765" y="4004345"/>
              <a:ext cx="275528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Connecteur droit avec flèche 140">
              <a:extLst>
                <a:ext uri="{FF2B5EF4-FFF2-40B4-BE49-F238E27FC236}">
                  <a16:creationId xmlns:a16="http://schemas.microsoft.com/office/drawing/2014/main" id="{3CB78C43-3873-4592-8903-A46A395A93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1765" y="4330117"/>
              <a:ext cx="4613194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Connecteur droit avec flèche 139">
              <a:extLst>
                <a:ext uri="{FF2B5EF4-FFF2-40B4-BE49-F238E27FC236}">
                  <a16:creationId xmlns:a16="http://schemas.microsoft.com/office/drawing/2014/main" id="{73029A34-46ED-415E-82F3-C36C6D75CA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1765" y="4437776"/>
              <a:ext cx="6708894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E09C4B-2FA3-4D73-A1BA-DC779677F558}"/>
                </a:ext>
              </a:extLst>
            </p:cNvPr>
            <p:cNvSpPr/>
            <p:nvPr/>
          </p:nvSpPr>
          <p:spPr>
            <a:xfrm>
              <a:off x="3162124" y="5429980"/>
              <a:ext cx="433313" cy="576538"/>
            </a:xfrm>
            <a:prstGeom prst="rect">
              <a:avLst/>
            </a:prstGeom>
            <a:solidFill>
              <a:srgbClr val="F8766D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5D84A-2275-447A-B2FE-518A62536785}"/>
                </a:ext>
              </a:extLst>
            </p:cNvPr>
            <p:cNvSpPr/>
            <p:nvPr/>
          </p:nvSpPr>
          <p:spPr>
            <a:xfrm>
              <a:off x="3256812" y="3724709"/>
              <a:ext cx="243936" cy="855681"/>
            </a:xfrm>
            <a:prstGeom prst="rect">
              <a:avLst/>
            </a:prstGeom>
            <a:solidFill>
              <a:srgbClr val="F8766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12A9E897-405A-42DD-8742-1B333DB11497}"/>
                </a:ext>
              </a:extLst>
            </p:cNvPr>
            <p:cNvCxnSpPr/>
            <p:nvPr/>
          </p:nvCxnSpPr>
          <p:spPr>
            <a:xfrm>
              <a:off x="3500748" y="4580387"/>
              <a:ext cx="0" cy="8495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DD907B86-105C-4E8C-B2D4-94499C4951B2}"/>
                </a:ext>
              </a:extLst>
            </p:cNvPr>
            <p:cNvCxnSpPr/>
            <p:nvPr/>
          </p:nvCxnSpPr>
          <p:spPr>
            <a:xfrm flipV="1">
              <a:off x="3256812" y="4557521"/>
              <a:ext cx="0" cy="8495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2C7B82E9-F977-48C0-B0A4-AEAB6BDFEAA3}"/>
                    </a:ext>
                  </a:extLst>
                </p:cNvPr>
                <p:cNvSpPr txBox="1"/>
                <p:nvPr/>
              </p:nvSpPr>
              <p:spPr>
                <a:xfrm>
                  <a:off x="2926476" y="4820516"/>
                  <a:ext cx="3220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F8766D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fr-FR" dirty="0">
                    <a:solidFill>
                      <a:srgbClr val="F8766D"/>
                    </a:solidFill>
                  </a:endParaRPr>
                </a:p>
              </p:txBody>
            </p:sp>
          </mc:Choice>
          <mc:Fallback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2C7B82E9-F977-48C0-B0A4-AEAB6BDFE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76" y="4820516"/>
                  <a:ext cx="32204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ZoneTexte 96">
                  <a:extLst>
                    <a:ext uri="{FF2B5EF4-FFF2-40B4-BE49-F238E27FC236}">
                      <a16:creationId xmlns:a16="http://schemas.microsoft.com/office/drawing/2014/main" id="{34B60274-D60F-4ACC-B60C-54117510C3ED}"/>
                    </a:ext>
                  </a:extLst>
                </p:cNvPr>
                <p:cNvSpPr txBox="1"/>
                <p:nvPr/>
              </p:nvSpPr>
              <p:spPr>
                <a:xfrm>
                  <a:off x="3521765" y="4856050"/>
                  <a:ext cx="3220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F8766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fr-FR" dirty="0">
                    <a:solidFill>
                      <a:srgbClr val="F8766D"/>
                    </a:solidFill>
                  </a:endParaRPr>
                </a:p>
              </p:txBody>
            </p:sp>
          </mc:Choice>
          <mc:Fallback>
            <p:sp>
              <p:nvSpPr>
                <p:cNvPr id="97" name="ZoneTexte 96">
                  <a:extLst>
                    <a:ext uri="{FF2B5EF4-FFF2-40B4-BE49-F238E27FC236}">
                      <a16:creationId xmlns:a16="http://schemas.microsoft.com/office/drawing/2014/main" id="{34B60274-D60F-4ACC-B60C-54117510C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1765" y="4856050"/>
                  <a:ext cx="32204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Accolade ouvrante 52">
              <a:extLst>
                <a:ext uri="{FF2B5EF4-FFF2-40B4-BE49-F238E27FC236}">
                  <a16:creationId xmlns:a16="http://schemas.microsoft.com/office/drawing/2014/main" id="{A964BEA8-A939-45AC-A5D7-B91899431824}"/>
                </a:ext>
              </a:extLst>
            </p:cNvPr>
            <p:cNvSpPr/>
            <p:nvPr/>
          </p:nvSpPr>
          <p:spPr>
            <a:xfrm>
              <a:off x="2418144" y="4700133"/>
              <a:ext cx="274884" cy="1459690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4" name="Groupe 163">
              <a:extLst>
                <a:ext uri="{FF2B5EF4-FFF2-40B4-BE49-F238E27FC236}">
                  <a16:creationId xmlns:a16="http://schemas.microsoft.com/office/drawing/2014/main" id="{2113862A-43EC-4766-9BAA-7E4B3F7E6DE9}"/>
                </a:ext>
              </a:extLst>
            </p:cNvPr>
            <p:cNvGrpSpPr/>
            <p:nvPr/>
          </p:nvGrpSpPr>
          <p:grpSpPr>
            <a:xfrm>
              <a:off x="117446" y="4700133"/>
              <a:ext cx="2108245" cy="1971418"/>
              <a:chOff x="109245" y="4546829"/>
              <a:chExt cx="2108245" cy="1971418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2F02582-5B4C-43FE-9CE1-FCACB813AB07}"/>
                  </a:ext>
                </a:extLst>
              </p:cNvPr>
              <p:cNvSpPr/>
              <p:nvPr/>
            </p:nvSpPr>
            <p:spPr>
              <a:xfrm>
                <a:off x="109245" y="4546829"/>
                <a:ext cx="2108245" cy="19714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ZoneTexte 56">
                    <a:extLst>
                      <a:ext uri="{FF2B5EF4-FFF2-40B4-BE49-F238E27FC236}">
                        <a16:creationId xmlns:a16="http://schemas.microsoft.com/office/drawing/2014/main" id="{370D6FAF-FB02-48C3-92DE-E0AA5746C308}"/>
                      </a:ext>
                    </a:extLst>
                  </p:cNvPr>
                  <p:cNvSpPr txBox="1"/>
                  <p:nvPr/>
                </p:nvSpPr>
                <p:spPr>
                  <a:xfrm>
                    <a:off x="207540" y="4574292"/>
                    <a:ext cx="1903054" cy="18260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050" u="sng" dirty="0"/>
                      <a:t>Measurment model:</a:t>
                    </a:r>
                    <a:r>
                      <a:rPr lang="fr-FR" sz="1050" dirty="0"/>
                      <a:t> </a:t>
                    </a:r>
                    <a:r>
                      <a:rPr lang="fr-FR" sz="1050" dirty="0" err="1"/>
                      <a:t>from</a:t>
                    </a:r>
                    <a:r>
                      <a:rPr lang="fr-FR" sz="1050" dirty="0"/>
                      <a:t> original fPC1 to latent variables (VL) and vice-versa</a:t>
                    </a:r>
                    <a:br>
                      <a:rPr lang="fr-FR" sz="1050" dirty="0"/>
                    </a:br>
                    <a:br>
                      <a:rPr lang="fr-FR" sz="1050" dirty="0"/>
                    </a:br>
                    <a:r>
                      <a:rPr lang="fr-FR" sz="1050" dirty="0" err="1"/>
                      <a:t>example</a:t>
                    </a:r>
                    <a:r>
                      <a:rPr lang="fr-FR" sz="1050" dirty="0"/>
                      <a:t> </a:t>
                    </a:r>
                    <a:r>
                      <a:rPr lang="fr-FR" sz="1050" dirty="0" err="1"/>
                      <a:t>with</a:t>
                    </a:r>
                    <a:r>
                      <a:rPr lang="fr-FR" sz="1050" dirty="0"/>
                      <a:t> </a:t>
                    </a:r>
                    <a:r>
                      <a:rPr lang="fr-FR" sz="1050" dirty="0" err="1">
                        <a:solidFill>
                          <a:srgbClr val="E76BF3"/>
                        </a:solidFill>
                      </a:rPr>
                      <a:t>Humans</a:t>
                    </a:r>
                    <a:r>
                      <a:rPr lang="fr-FR" sz="1050" dirty="0"/>
                      <a:t> block</a:t>
                    </a:r>
                  </a:p>
                  <a:p>
                    <a:pPr algn="ctr"/>
                    <a:endParaRPr lang="fr-FR" sz="1050" u="sng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lang="fr-FR" sz="105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sz="105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fr-FR" sz="105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𝑉𝐿</m:t>
                                      </m:r>
                                    </m:e>
                                    <m:sub>
                                      <m: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𝐻𝑢𝑚𝑎𝑛𝑠</m:t>
                                      </m:r>
                                    </m:sub>
                                  </m:sSub>
                                  <m:r>
                                    <a:rPr lang="fr-FR" sz="1050" b="0" i="1" smtClean="0">
                                      <a:latin typeface="Cambria Math" panose="02040503050406030204" pitchFamily="18" charset="0"/>
                                    </a:rPr>
                                    <m:t>= 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fr-FR" sz="105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fr-FR" sz="105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050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fr-FR" sz="105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fr-FR" sz="1050" b="0" i="1" smtClean="0">
                                              <a:solidFill>
                                                <a:srgbClr val="E76BF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050" b="0" i="1" smtClean="0">
                                              <a:solidFill>
                                                <a:srgbClr val="E76BF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fr-FR" sz="1050" b="0" i="1" smtClean="0">
                                              <a:solidFill>
                                                <a:srgbClr val="E76BF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r-FR" sz="1050" b="0" i="1" smtClean="0">
                                              <a:solidFill>
                                                <a:srgbClr val="E76BF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050" b="0" i="1" smtClean="0">
                                              <a:solidFill>
                                                <a:srgbClr val="E76BF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𝑓𝑃𝐶</m:t>
                                          </m:r>
                                          <m:r>
                                            <a:rPr lang="fr-FR" sz="1050" b="0" i="1" smtClean="0">
                                              <a:solidFill>
                                                <a:srgbClr val="E76BF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b>
                                          <m:r>
                                            <a:rPr lang="fr-FR" sz="1050" b="0" i="1" smtClean="0">
                                              <a:solidFill>
                                                <a:srgbClr val="E76BF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  <m:e>
                                  <m:sSub>
                                    <m:sSubPr>
                                      <m:ctrlPr>
                                        <a:rPr lang="fr-FR" sz="105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𝑓𝑃𝐶</m:t>
                                      </m:r>
                                      <m: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105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fr-FR" sz="1050" b="0" i="1" smtClean="0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1050" b="0" i="1" smtClean="0">
                                      <a:solidFill>
                                        <a:srgbClr val="E76BF3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𝑉𝐿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𝐻𝑢𝑚𝑎𝑛𝑠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fr-FR" sz="105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fr-FR" sz="1050" dirty="0"/>
                  </a:p>
                </p:txBody>
              </p:sp>
            </mc:Choice>
            <mc:Fallback>
              <p:sp>
                <p:nvSpPr>
                  <p:cNvPr id="57" name="ZoneTexte 56">
                    <a:extLst>
                      <a:ext uri="{FF2B5EF4-FFF2-40B4-BE49-F238E27FC236}">
                        <a16:creationId xmlns:a16="http://schemas.microsoft.com/office/drawing/2014/main" id="{370D6FAF-FB02-48C3-92DE-E0AA5746C3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540" y="4574292"/>
                    <a:ext cx="1903054" cy="182601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023AF70D-67A1-4806-A53A-863848F6D5AA}"/>
                </a:ext>
              </a:extLst>
            </p:cNvPr>
            <p:cNvSpPr txBox="1"/>
            <p:nvPr/>
          </p:nvSpPr>
          <p:spPr>
            <a:xfrm>
              <a:off x="3177511" y="3355376"/>
              <a:ext cx="4333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8766D"/>
                  </a:solidFill>
                </a:rPr>
                <a:t>VL</a:t>
              </a:r>
            </a:p>
          </p:txBody>
        </p: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A108C9C0-BD20-43BD-909B-4D0E185BD2DB}"/>
                </a:ext>
              </a:extLst>
            </p:cNvPr>
            <p:cNvGrpSpPr/>
            <p:nvPr/>
          </p:nvGrpSpPr>
          <p:grpSpPr>
            <a:xfrm>
              <a:off x="4157248" y="3374562"/>
              <a:ext cx="1088464" cy="2651142"/>
              <a:chOff x="10454789" y="3355376"/>
              <a:chExt cx="1088464" cy="265114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992EBD8-A7E1-44AD-8244-ED10E8F0F5D1}"/>
                  </a:ext>
                </a:extLst>
              </p:cNvPr>
              <p:cNvSpPr/>
              <p:nvPr/>
            </p:nvSpPr>
            <p:spPr>
              <a:xfrm>
                <a:off x="10454789" y="5463537"/>
                <a:ext cx="1088464" cy="542981"/>
              </a:xfrm>
              <a:prstGeom prst="rect">
                <a:avLst/>
              </a:prstGeom>
              <a:solidFill>
                <a:srgbClr val="A3A5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AMC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7EE9CD6-912B-4877-A259-386D7A86B421}"/>
                  </a:ext>
                </a:extLst>
              </p:cNvPr>
              <p:cNvSpPr/>
              <p:nvPr/>
            </p:nvSpPr>
            <p:spPr>
              <a:xfrm>
                <a:off x="10877053" y="3724709"/>
                <a:ext cx="243936" cy="855680"/>
              </a:xfrm>
              <a:prstGeom prst="rect">
                <a:avLst/>
              </a:prstGeom>
              <a:solidFill>
                <a:srgbClr val="A3A5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90" name="Connecteur droit avec flèche 89">
                <a:extLst>
                  <a:ext uri="{FF2B5EF4-FFF2-40B4-BE49-F238E27FC236}">
                    <a16:creationId xmlns:a16="http://schemas.microsoft.com/office/drawing/2014/main" id="{6945BB37-A1B5-4465-9C47-47BC95240F8E}"/>
                  </a:ext>
                </a:extLst>
              </p:cNvPr>
              <p:cNvCxnSpPr/>
              <p:nvPr/>
            </p:nvCxnSpPr>
            <p:spPr>
              <a:xfrm flipV="1">
                <a:off x="10877053" y="4557520"/>
                <a:ext cx="0" cy="849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avec flèche 90">
                <a:extLst>
                  <a:ext uri="{FF2B5EF4-FFF2-40B4-BE49-F238E27FC236}">
                    <a16:creationId xmlns:a16="http://schemas.microsoft.com/office/drawing/2014/main" id="{935F8801-AA26-42C5-827A-81FCCECD5B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0989" y="4597166"/>
                <a:ext cx="0" cy="849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3" name="ZoneTexte 112">
                    <a:extLst>
                      <a:ext uri="{FF2B5EF4-FFF2-40B4-BE49-F238E27FC236}">
                        <a16:creationId xmlns:a16="http://schemas.microsoft.com/office/drawing/2014/main" id="{475B8615-6351-4B23-A2F9-3351BD1AA9CC}"/>
                      </a:ext>
                    </a:extLst>
                  </p:cNvPr>
                  <p:cNvSpPr txBox="1"/>
                  <p:nvPr/>
                </p:nvSpPr>
                <p:spPr>
                  <a:xfrm>
                    <a:off x="10571198" y="4856050"/>
                    <a:ext cx="3220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A3A5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fr-FR" dirty="0">
                      <a:solidFill>
                        <a:srgbClr val="A3A5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3" name="ZoneTexte 112">
                    <a:extLst>
                      <a:ext uri="{FF2B5EF4-FFF2-40B4-BE49-F238E27FC236}">
                        <a16:creationId xmlns:a16="http://schemas.microsoft.com/office/drawing/2014/main" id="{475B8615-6351-4B23-A2F9-3351BD1AA9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71198" y="4856050"/>
                    <a:ext cx="32204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" name="ZoneTexte 113">
                    <a:extLst>
                      <a:ext uri="{FF2B5EF4-FFF2-40B4-BE49-F238E27FC236}">
                        <a16:creationId xmlns:a16="http://schemas.microsoft.com/office/drawing/2014/main" id="{88A88D38-F5F4-49BF-99F0-1211B5058778}"/>
                      </a:ext>
                    </a:extLst>
                  </p:cNvPr>
                  <p:cNvSpPr txBox="1"/>
                  <p:nvPr/>
                </p:nvSpPr>
                <p:spPr>
                  <a:xfrm>
                    <a:off x="11137182" y="4862260"/>
                    <a:ext cx="3220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A3A5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fr-FR" dirty="0">
                      <a:solidFill>
                        <a:srgbClr val="A3A5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4" name="ZoneTexte 113">
                    <a:extLst>
                      <a:ext uri="{FF2B5EF4-FFF2-40B4-BE49-F238E27FC236}">
                        <a16:creationId xmlns:a16="http://schemas.microsoft.com/office/drawing/2014/main" id="{88A88D38-F5F4-49BF-99F0-1211B50587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37182" y="4862260"/>
                    <a:ext cx="32204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34F4F719-47C3-48DD-84F1-AC93B1D768F4}"/>
                  </a:ext>
                </a:extLst>
              </p:cNvPr>
              <p:cNvSpPr txBox="1"/>
              <p:nvPr/>
            </p:nvSpPr>
            <p:spPr>
              <a:xfrm>
                <a:off x="10793586" y="3355376"/>
                <a:ext cx="4333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A3A500"/>
                    </a:solidFill>
                  </a:rPr>
                  <a:t>VL</a:t>
                </a:r>
              </a:p>
            </p:txBody>
          </p: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A2AC77A1-A96F-4AA9-9D70-66960C2408AD}"/>
                </a:ext>
              </a:extLst>
            </p:cNvPr>
            <p:cNvGrpSpPr/>
            <p:nvPr/>
          </p:nvGrpSpPr>
          <p:grpSpPr>
            <a:xfrm>
              <a:off x="5802201" y="3343942"/>
              <a:ext cx="5812070" cy="2662576"/>
              <a:chOff x="4162440" y="3343943"/>
              <a:chExt cx="5812070" cy="2662576"/>
            </a:xfrm>
          </p:grpSpPr>
          <p:cxnSp>
            <p:nvCxnSpPr>
              <p:cNvPr id="95" name="Connecteur droit avec flèche 94">
                <a:extLst>
                  <a:ext uri="{FF2B5EF4-FFF2-40B4-BE49-F238E27FC236}">
                    <a16:creationId xmlns:a16="http://schemas.microsoft.com/office/drawing/2014/main" id="{83F75BA2-D95D-4AFE-BD3F-B585A9CCB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220" y="3900881"/>
                <a:ext cx="37096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48E56DC-04D6-4514-8581-639195D6C8E4}"/>
                  </a:ext>
                </a:extLst>
              </p:cNvPr>
              <p:cNvSpPr/>
              <p:nvPr/>
            </p:nvSpPr>
            <p:spPr>
              <a:xfrm>
                <a:off x="4162440" y="5429980"/>
                <a:ext cx="1268072" cy="576538"/>
              </a:xfrm>
              <a:prstGeom prst="rect">
                <a:avLst/>
              </a:prstGeom>
              <a:solidFill>
                <a:srgbClr val="E76BF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err="1"/>
                  <a:t>Humans</a:t>
                </a:r>
                <a:endParaRPr lang="fr-FR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A0C2064-6A4C-4691-9C1F-4AF6ECF3E904}"/>
                  </a:ext>
                </a:extLst>
              </p:cNvPr>
              <p:cNvSpPr/>
              <p:nvPr/>
            </p:nvSpPr>
            <p:spPr>
              <a:xfrm>
                <a:off x="5997516" y="5463537"/>
                <a:ext cx="1335051" cy="542982"/>
              </a:xfrm>
              <a:prstGeom prst="rect">
                <a:avLst/>
              </a:prstGeom>
              <a:solidFill>
                <a:srgbClr val="00B0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Animals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7ABEB32-5092-4FCF-BF63-D0B007B38D7B}"/>
                  </a:ext>
                </a:extLst>
              </p:cNvPr>
              <p:cNvSpPr/>
              <p:nvPr/>
            </p:nvSpPr>
            <p:spPr>
              <a:xfrm>
                <a:off x="7812846" y="5463537"/>
                <a:ext cx="2161664" cy="542982"/>
              </a:xfrm>
              <a:prstGeom prst="rect">
                <a:avLst/>
              </a:prstGeom>
              <a:solidFill>
                <a:srgbClr val="00BF7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Environnement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8ABC3ED-1BF9-4921-AED1-8FC8BBF77941}"/>
                  </a:ext>
                </a:extLst>
              </p:cNvPr>
              <p:cNvSpPr/>
              <p:nvPr/>
            </p:nvSpPr>
            <p:spPr>
              <a:xfrm>
                <a:off x="4637284" y="3724709"/>
                <a:ext cx="243936" cy="855680"/>
              </a:xfrm>
              <a:prstGeom prst="rect">
                <a:avLst/>
              </a:prstGeom>
              <a:solidFill>
                <a:srgbClr val="E76BF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0777D97-E24A-4D85-9DE6-725F49D4AA09}"/>
                  </a:ext>
                </a:extLst>
              </p:cNvPr>
              <p:cNvSpPr/>
              <p:nvPr/>
            </p:nvSpPr>
            <p:spPr>
              <a:xfrm>
                <a:off x="6495198" y="3724707"/>
                <a:ext cx="243936" cy="855680"/>
              </a:xfrm>
              <a:prstGeom prst="rect">
                <a:avLst/>
              </a:prstGeom>
              <a:solidFill>
                <a:srgbClr val="00B0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E4AC301-A1BB-4E85-9FE3-D20E67F14DDE}"/>
                  </a:ext>
                </a:extLst>
              </p:cNvPr>
              <p:cNvSpPr/>
              <p:nvPr/>
            </p:nvSpPr>
            <p:spPr>
              <a:xfrm>
                <a:off x="8597048" y="3724709"/>
                <a:ext cx="243936" cy="855680"/>
              </a:xfrm>
              <a:prstGeom prst="rect">
                <a:avLst/>
              </a:prstGeom>
              <a:solidFill>
                <a:srgbClr val="00BF7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80" name="Connecteur droit avec flèche 79">
                <a:extLst>
                  <a:ext uri="{FF2B5EF4-FFF2-40B4-BE49-F238E27FC236}">
                    <a16:creationId xmlns:a16="http://schemas.microsoft.com/office/drawing/2014/main" id="{24A72F1F-BBD9-4654-A0CE-470F641A5CEB}"/>
                  </a:ext>
                </a:extLst>
              </p:cNvPr>
              <p:cNvCxnSpPr/>
              <p:nvPr/>
            </p:nvCxnSpPr>
            <p:spPr>
              <a:xfrm flipV="1">
                <a:off x="4637284" y="4557521"/>
                <a:ext cx="0" cy="849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necteur droit avec flèche 80">
                <a:extLst>
                  <a:ext uri="{FF2B5EF4-FFF2-40B4-BE49-F238E27FC236}">
                    <a16:creationId xmlns:a16="http://schemas.microsoft.com/office/drawing/2014/main" id="{B8883E70-6715-4E9E-B02A-361D325C1749}"/>
                  </a:ext>
                </a:extLst>
              </p:cNvPr>
              <p:cNvCxnSpPr/>
              <p:nvPr/>
            </p:nvCxnSpPr>
            <p:spPr>
              <a:xfrm>
                <a:off x="4881220" y="4580387"/>
                <a:ext cx="0" cy="849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necteur droit avec flèche 81">
                <a:extLst>
                  <a:ext uri="{FF2B5EF4-FFF2-40B4-BE49-F238E27FC236}">
                    <a16:creationId xmlns:a16="http://schemas.microsoft.com/office/drawing/2014/main" id="{116AD4E4-0B8E-42A5-83D5-EB5D9480BD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9134" y="4580386"/>
                <a:ext cx="0" cy="8831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eur droit avec flèche 84">
                <a:extLst>
                  <a:ext uri="{FF2B5EF4-FFF2-40B4-BE49-F238E27FC236}">
                    <a16:creationId xmlns:a16="http://schemas.microsoft.com/office/drawing/2014/main" id="{A6557664-B853-43E7-808E-FBCC772258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95198" y="4546829"/>
                <a:ext cx="0" cy="89992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eur droit avec flèche 86">
                <a:extLst>
                  <a:ext uri="{FF2B5EF4-FFF2-40B4-BE49-F238E27FC236}">
                    <a16:creationId xmlns:a16="http://schemas.microsoft.com/office/drawing/2014/main" id="{B8EAB4DC-09C4-4508-A9A7-7811B515AB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0984" y="4546828"/>
                <a:ext cx="0" cy="8831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necteur droit avec flèche 88">
                <a:extLst>
                  <a:ext uri="{FF2B5EF4-FFF2-40B4-BE49-F238E27FC236}">
                    <a16:creationId xmlns:a16="http://schemas.microsoft.com/office/drawing/2014/main" id="{FE2FC8B0-E513-4CE5-B30F-00A1C1EE18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97048" y="4546830"/>
                <a:ext cx="0" cy="9167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8" name="ZoneTexte 97">
                    <a:extLst>
                      <a:ext uri="{FF2B5EF4-FFF2-40B4-BE49-F238E27FC236}">
                        <a16:creationId xmlns:a16="http://schemas.microsoft.com/office/drawing/2014/main" id="{6479AE36-C11E-40CB-B007-3F05B4468A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04257" y="4825862"/>
                    <a:ext cx="3220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E76BF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fr-FR" dirty="0">
                      <a:solidFill>
                        <a:srgbClr val="E76BF3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98" name="ZoneTexte 97">
                    <a:extLst>
                      <a:ext uri="{FF2B5EF4-FFF2-40B4-BE49-F238E27FC236}">
                        <a16:creationId xmlns:a16="http://schemas.microsoft.com/office/drawing/2014/main" id="{6479AE36-C11E-40CB-B007-3F05B4468A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04257" y="4825862"/>
                    <a:ext cx="32204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6" name="ZoneTexte 105">
                    <a:extLst>
                      <a:ext uri="{FF2B5EF4-FFF2-40B4-BE49-F238E27FC236}">
                        <a16:creationId xmlns:a16="http://schemas.microsoft.com/office/drawing/2014/main" id="{E60DAAF8-0F8C-448E-9D2E-CCFA9BE77BC1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092" y="4837295"/>
                    <a:ext cx="3220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E76BF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fr-FR" dirty="0">
                      <a:solidFill>
                        <a:srgbClr val="E76BF3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6" name="ZoneTexte 105">
                    <a:extLst>
                      <a:ext uri="{FF2B5EF4-FFF2-40B4-BE49-F238E27FC236}">
                        <a16:creationId xmlns:a16="http://schemas.microsoft.com/office/drawing/2014/main" id="{E60DAAF8-0F8C-448E-9D2E-CCFA9BE77B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092" y="4837295"/>
                    <a:ext cx="32204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7" name="ZoneTexte 106">
                    <a:extLst>
                      <a:ext uri="{FF2B5EF4-FFF2-40B4-BE49-F238E27FC236}">
                        <a16:creationId xmlns:a16="http://schemas.microsoft.com/office/drawing/2014/main" id="{66CF0EB4-E406-4E89-AD0C-6806DA68F457}"/>
                      </a:ext>
                    </a:extLst>
                  </p:cNvPr>
                  <p:cNvSpPr txBox="1"/>
                  <p:nvPr/>
                </p:nvSpPr>
                <p:spPr>
                  <a:xfrm>
                    <a:off x="6194964" y="4797649"/>
                    <a:ext cx="3220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00B0F6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fr-FR" dirty="0">
                      <a:solidFill>
                        <a:srgbClr val="00B0F6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7" name="ZoneTexte 106">
                    <a:extLst>
                      <a:ext uri="{FF2B5EF4-FFF2-40B4-BE49-F238E27FC236}">
                        <a16:creationId xmlns:a16="http://schemas.microsoft.com/office/drawing/2014/main" id="{66CF0EB4-E406-4E89-AD0C-6806DA68F4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4964" y="4797649"/>
                    <a:ext cx="32204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8" name="ZoneTexte 107">
                    <a:extLst>
                      <a:ext uri="{FF2B5EF4-FFF2-40B4-BE49-F238E27FC236}">
                        <a16:creationId xmlns:a16="http://schemas.microsoft.com/office/drawing/2014/main" id="{99721997-22D7-4E10-9274-2D7CE9452859}"/>
                      </a:ext>
                    </a:extLst>
                  </p:cNvPr>
                  <p:cNvSpPr txBox="1"/>
                  <p:nvPr/>
                </p:nvSpPr>
                <p:spPr>
                  <a:xfrm>
                    <a:off x="6745285" y="4796903"/>
                    <a:ext cx="3220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00B0F6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fr-FR" dirty="0">
                      <a:solidFill>
                        <a:srgbClr val="00B0F6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8" name="ZoneTexte 107">
                    <a:extLst>
                      <a:ext uri="{FF2B5EF4-FFF2-40B4-BE49-F238E27FC236}">
                        <a16:creationId xmlns:a16="http://schemas.microsoft.com/office/drawing/2014/main" id="{99721997-22D7-4E10-9274-2D7CE94528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5285" y="4796903"/>
                    <a:ext cx="32204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" name="ZoneTexte 108">
                    <a:extLst>
                      <a:ext uri="{FF2B5EF4-FFF2-40B4-BE49-F238E27FC236}">
                        <a16:creationId xmlns:a16="http://schemas.microsoft.com/office/drawing/2014/main" id="{A1529F13-3805-4C4E-BF84-B52D8FCCD555}"/>
                      </a:ext>
                    </a:extLst>
                  </p:cNvPr>
                  <p:cNvSpPr txBox="1"/>
                  <p:nvPr/>
                </p:nvSpPr>
                <p:spPr>
                  <a:xfrm>
                    <a:off x="8268849" y="4820516"/>
                    <a:ext cx="3220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00BF7D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fr-FR" dirty="0">
                      <a:solidFill>
                        <a:srgbClr val="00BF7D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9" name="ZoneTexte 108">
                    <a:extLst>
                      <a:ext uri="{FF2B5EF4-FFF2-40B4-BE49-F238E27FC236}">
                        <a16:creationId xmlns:a16="http://schemas.microsoft.com/office/drawing/2014/main" id="{A1529F13-3805-4C4E-BF84-B52D8FCCD5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68849" y="4820516"/>
                    <a:ext cx="322049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1" name="ZoneTexte 110">
                    <a:extLst>
                      <a:ext uri="{FF2B5EF4-FFF2-40B4-BE49-F238E27FC236}">
                        <a16:creationId xmlns:a16="http://schemas.microsoft.com/office/drawing/2014/main" id="{AA4DD5EC-A47E-4C4B-980C-82C1D871F80C}"/>
                      </a:ext>
                    </a:extLst>
                  </p:cNvPr>
                  <p:cNvSpPr txBox="1"/>
                  <p:nvPr/>
                </p:nvSpPr>
                <p:spPr>
                  <a:xfrm>
                    <a:off x="8858115" y="4856049"/>
                    <a:ext cx="28872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b="0" i="1" smtClean="0">
                              <a:solidFill>
                                <a:srgbClr val="00BF7D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fr-FR" dirty="0">
                      <a:solidFill>
                        <a:srgbClr val="00BF7D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1" name="ZoneTexte 110">
                    <a:extLst>
                      <a:ext uri="{FF2B5EF4-FFF2-40B4-BE49-F238E27FC236}">
                        <a16:creationId xmlns:a16="http://schemas.microsoft.com/office/drawing/2014/main" id="{AA4DD5EC-A47E-4C4B-980C-82C1D871F8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8115" y="4856049"/>
                    <a:ext cx="288726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5E66D9AD-1E3D-469B-9728-EFDA34A40406}"/>
                  </a:ext>
                </a:extLst>
              </p:cNvPr>
              <p:cNvSpPr txBox="1"/>
              <p:nvPr/>
            </p:nvSpPr>
            <p:spPr>
              <a:xfrm>
                <a:off x="4549812" y="3365846"/>
                <a:ext cx="4333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E76BF3"/>
                    </a:solidFill>
                  </a:rPr>
                  <a:t>VL</a:t>
                </a:r>
              </a:p>
            </p:txBody>
          </p:sp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E87F7FDE-6BB8-488C-9EFC-A6DC53C31625}"/>
                  </a:ext>
                </a:extLst>
              </p:cNvPr>
              <p:cNvSpPr txBox="1"/>
              <p:nvPr/>
            </p:nvSpPr>
            <p:spPr>
              <a:xfrm>
                <a:off x="6427791" y="3355376"/>
                <a:ext cx="4333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00B0F6"/>
                    </a:solidFill>
                  </a:rPr>
                  <a:t>VL</a:t>
                </a:r>
              </a:p>
            </p:txBody>
          </p:sp>
          <p:sp>
            <p:nvSpPr>
              <p:cNvPr id="118" name="ZoneTexte 117">
                <a:extLst>
                  <a:ext uri="{FF2B5EF4-FFF2-40B4-BE49-F238E27FC236}">
                    <a16:creationId xmlns:a16="http://schemas.microsoft.com/office/drawing/2014/main" id="{D5C276D5-9E8E-4A5A-B531-45F42866138C}"/>
                  </a:ext>
                </a:extLst>
              </p:cNvPr>
              <p:cNvSpPr txBox="1"/>
              <p:nvPr/>
            </p:nvSpPr>
            <p:spPr>
              <a:xfrm>
                <a:off x="8502361" y="3343943"/>
                <a:ext cx="433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00BF7D"/>
                    </a:solidFill>
                  </a:rPr>
                  <a:t>VL</a:t>
                </a:r>
              </a:p>
            </p:txBody>
          </p:sp>
          <p:cxnSp>
            <p:nvCxnSpPr>
              <p:cNvPr id="74" name="Connecteur droit avec flèche 73">
                <a:extLst>
                  <a:ext uri="{FF2B5EF4-FFF2-40B4-BE49-F238E27FC236}">
                    <a16:creationId xmlns:a16="http://schemas.microsoft.com/office/drawing/2014/main" id="{524AA70D-8B5C-494E-AF4F-B46E8EF2475E}"/>
                  </a:ext>
                </a:extLst>
              </p:cNvPr>
              <p:cNvCxnSpPr>
                <a:cxnSpLocks/>
                <a:stCxn id="69" idx="3"/>
                <a:endCxn id="70" idx="1"/>
              </p:cNvCxnSpPr>
              <p:nvPr/>
            </p:nvCxnSpPr>
            <p:spPr>
              <a:xfrm flipV="1">
                <a:off x="4881220" y="4152547"/>
                <a:ext cx="1613978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cteur droit avec flèche 76">
                <a:extLst>
                  <a:ext uri="{FF2B5EF4-FFF2-40B4-BE49-F238E27FC236}">
                    <a16:creationId xmlns:a16="http://schemas.microsoft.com/office/drawing/2014/main" id="{89B39AA4-2DD5-42B3-B92E-FA10F2E10E27}"/>
                  </a:ext>
                </a:extLst>
              </p:cNvPr>
              <p:cNvCxnSpPr>
                <a:stCxn id="70" idx="3"/>
                <a:endCxn id="71" idx="1"/>
              </p:cNvCxnSpPr>
              <p:nvPr/>
            </p:nvCxnSpPr>
            <p:spPr>
              <a:xfrm>
                <a:off x="6739134" y="4152547"/>
                <a:ext cx="1857914" cy="2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1" name="Connecteur : en arc 130">
              <a:extLst>
                <a:ext uri="{FF2B5EF4-FFF2-40B4-BE49-F238E27FC236}">
                  <a16:creationId xmlns:a16="http://schemas.microsoft.com/office/drawing/2014/main" id="{39E2FBEE-E2C5-46BB-A288-CB1EC7EA8A2C}"/>
                </a:ext>
              </a:extLst>
            </p:cNvPr>
            <p:cNvCxnSpPr>
              <a:stCxn id="71" idx="0"/>
              <a:endCxn id="120" idx="2"/>
            </p:cNvCxnSpPr>
            <p:nvPr/>
          </p:nvCxnSpPr>
          <p:spPr>
            <a:xfrm rot="16200000" flipH="1" flipV="1">
              <a:off x="7526146" y="911263"/>
              <a:ext cx="19186" cy="5646076"/>
            </a:xfrm>
            <a:prstGeom prst="curvedConnector5">
              <a:avLst>
                <a:gd name="adj1" fmla="val -5170426"/>
                <a:gd name="adj2" fmla="val 49310"/>
                <a:gd name="adj3" fmla="val -517974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avec flèche 157">
              <a:extLst>
                <a:ext uri="{FF2B5EF4-FFF2-40B4-BE49-F238E27FC236}">
                  <a16:creationId xmlns:a16="http://schemas.microsoft.com/office/drawing/2014/main" id="{323080F3-238A-4C87-AE7F-98BB205B63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1766" y="4156745"/>
              <a:ext cx="1057746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Connecteur : en arc 161">
              <a:extLst>
                <a:ext uri="{FF2B5EF4-FFF2-40B4-BE49-F238E27FC236}">
                  <a16:creationId xmlns:a16="http://schemas.microsoft.com/office/drawing/2014/main" id="{8C7A9578-94BF-4B64-A8DE-7155CCAA2003}"/>
                </a:ext>
              </a:extLst>
            </p:cNvPr>
            <p:cNvCxnSpPr>
              <a:stCxn id="69" idx="2"/>
              <a:endCxn id="72" idx="2"/>
            </p:cNvCxnSpPr>
            <p:nvPr/>
          </p:nvCxnSpPr>
          <p:spPr>
            <a:xfrm rot="5400000">
              <a:off x="5540654" y="3741215"/>
              <a:ext cx="19187" cy="1697533"/>
            </a:xfrm>
            <a:prstGeom prst="curvedConnector3">
              <a:avLst>
                <a:gd name="adj1" fmla="val 129143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Accolade ouvrante 162">
              <a:extLst>
                <a:ext uri="{FF2B5EF4-FFF2-40B4-BE49-F238E27FC236}">
                  <a16:creationId xmlns:a16="http://schemas.microsoft.com/office/drawing/2014/main" id="{6B7CDF5E-22D6-45EC-8E9D-30E9C48C2D47}"/>
                </a:ext>
              </a:extLst>
            </p:cNvPr>
            <p:cNvSpPr/>
            <p:nvPr/>
          </p:nvSpPr>
          <p:spPr>
            <a:xfrm>
              <a:off x="2423234" y="2499919"/>
              <a:ext cx="269794" cy="2060004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5" name="Groupe 164">
              <a:extLst>
                <a:ext uri="{FF2B5EF4-FFF2-40B4-BE49-F238E27FC236}">
                  <a16:creationId xmlns:a16="http://schemas.microsoft.com/office/drawing/2014/main" id="{632FD922-3FE4-4977-9DC4-9FF08F578DFE}"/>
                </a:ext>
              </a:extLst>
            </p:cNvPr>
            <p:cNvGrpSpPr/>
            <p:nvPr/>
          </p:nvGrpSpPr>
          <p:grpSpPr>
            <a:xfrm>
              <a:off x="127770" y="1979802"/>
              <a:ext cx="2108245" cy="2371752"/>
              <a:chOff x="109245" y="4546829"/>
              <a:chExt cx="2108245" cy="1971418"/>
            </a:xfrm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D8E0F23-DBE2-4B01-99E4-B21DE242CE1C}"/>
                  </a:ext>
                </a:extLst>
              </p:cNvPr>
              <p:cNvSpPr/>
              <p:nvPr/>
            </p:nvSpPr>
            <p:spPr>
              <a:xfrm>
                <a:off x="109245" y="4546829"/>
                <a:ext cx="2108245" cy="19714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7" name="ZoneTexte 166">
                    <a:extLst>
                      <a:ext uri="{FF2B5EF4-FFF2-40B4-BE49-F238E27FC236}">
                        <a16:creationId xmlns:a16="http://schemas.microsoft.com/office/drawing/2014/main" id="{B27D330A-2795-4146-B602-D66E630B9387}"/>
                      </a:ext>
                    </a:extLst>
                  </p:cNvPr>
                  <p:cNvSpPr txBox="1"/>
                  <p:nvPr/>
                </p:nvSpPr>
                <p:spPr>
                  <a:xfrm>
                    <a:off x="207540" y="4574292"/>
                    <a:ext cx="1903054" cy="1848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050" u="sng" dirty="0"/>
                      <a:t>Structural model:</a:t>
                    </a:r>
                    <a:r>
                      <a:rPr lang="fr-FR" sz="1050" dirty="0"/>
                      <a:t> </a:t>
                    </a:r>
                    <a:r>
                      <a:rPr lang="fr-FR" sz="1050" dirty="0" err="1"/>
                      <a:t>Between</a:t>
                    </a:r>
                    <a:r>
                      <a:rPr lang="fr-FR" sz="1050" dirty="0"/>
                      <a:t> latent variables (VL)</a:t>
                    </a:r>
                  </a:p>
                  <a:p>
                    <a:pPr algn="ctr"/>
                    <a:endParaRPr lang="fr-FR" sz="1050" u="sng" dirty="0"/>
                  </a:p>
                  <a:p>
                    <a:pPr algn="ctr"/>
                    <a:r>
                      <a:rPr lang="fr-FR" sz="1050" b="1" dirty="0"/>
                      <a:t>Main model: </a:t>
                    </a:r>
                    <a14:m>
                      <m:oMath xmlns:m="http://schemas.openxmlformats.org/officeDocument/2006/math">
                        <m:r>
                          <a:rPr lang="fr-FR" sz="1050" b="0" i="1" smtClean="0">
                            <a:solidFill>
                              <a:srgbClr val="F8766D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  <m:r>
                          <a:rPr lang="fr-FR" sz="1050" b="0" i="1" smtClean="0">
                            <a:solidFill>
                              <a:srgbClr val="F8766D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fr-FR" sz="1050" b="0" i="1" smtClean="0">
                                <a:solidFill>
                                  <a:srgbClr val="A3A5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b="0" i="1" smtClean="0">
                                <a:solidFill>
                                  <a:srgbClr val="A3A5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050" b="0" i="1" smtClean="0">
                                <a:solidFill>
                                  <a:srgbClr val="A3A5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050" b="0" i="1" smtClean="0">
                            <a:solidFill>
                              <a:srgbClr val="A3A5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fr-FR" sz="1050" b="0" i="1" smtClean="0">
                            <a:solidFill>
                              <a:srgbClr val="A3A500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050" i="1" smtClean="0">
                                <a:solidFill>
                                  <a:srgbClr val="E76B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solidFill>
                                  <a:srgbClr val="E76B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050" b="0" i="1" smtClean="0">
                                <a:solidFill>
                                  <a:srgbClr val="E76B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sz="1050" i="1">
                            <a:solidFill>
                              <a:srgbClr val="E76BF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fr-FR" sz="1050" i="1">
                            <a:solidFill>
                              <a:srgbClr val="E76BF3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050" i="1" smtClean="0">
                                <a:solidFill>
                                  <a:srgbClr val="00B0F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solidFill>
                                  <a:srgbClr val="00B0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050" b="0" i="1" smtClean="0">
                                <a:solidFill>
                                  <a:srgbClr val="00B0F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sz="1050" i="1">
                            <a:solidFill>
                              <a:srgbClr val="00B0F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fr-FR" sz="1050" i="1">
                            <a:solidFill>
                              <a:srgbClr val="00B0F6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050" i="1" smtClean="0">
                                <a:solidFill>
                                  <a:srgbClr val="00BF7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solidFill>
                                  <a:srgbClr val="00BF7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050" b="0" i="1" smtClean="0">
                                <a:solidFill>
                                  <a:srgbClr val="00BF7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fr-FR" sz="1050" i="1">
                            <a:solidFill>
                              <a:srgbClr val="00BF7D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fr-FR" sz="1050" i="1">
                            <a:solidFill>
                              <a:srgbClr val="00BF7D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</m:oMath>
                    </a14:m>
                    <a:endParaRPr lang="fr-FR" sz="1050" dirty="0"/>
                  </a:p>
                  <a:p>
                    <a:pPr algn="ctr"/>
                    <a:endParaRPr lang="fr-FR" sz="1050" dirty="0"/>
                  </a:p>
                  <a:p>
                    <a:pPr algn="ctr"/>
                    <a:r>
                      <a:rPr lang="fr-FR" sz="1050" b="1" dirty="0"/>
                      <a:t>AMC </a:t>
                    </a:r>
                    <a:r>
                      <a:rPr lang="fr-FR" sz="1050" b="1" dirty="0" err="1"/>
                      <a:t>submodel</a:t>
                    </a:r>
                    <a:r>
                      <a:rPr lang="fr-FR" sz="1050" b="1" dirty="0"/>
                      <a:t>:</a:t>
                    </a:r>
                    <a:r>
                      <a:rPr lang="fr-FR" sz="1050" dirty="0"/>
                      <a:t> </a:t>
                    </a:r>
                    <a14:m>
                      <m:oMath xmlns:m="http://schemas.openxmlformats.org/officeDocument/2006/math">
                        <m:r>
                          <a:rPr lang="fr-FR" sz="1050" b="0" i="1" smtClean="0">
                            <a:solidFill>
                              <a:srgbClr val="A3A500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  <m:r>
                          <a:rPr lang="fr-FR" sz="1050" b="0" i="1" smtClean="0">
                            <a:solidFill>
                              <a:srgbClr val="F8766D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fr-FR" sz="1050" b="0" i="1" smtClean="0">
                                <a:solidFill>
                                  <a:srgbClr val="00BF7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b="0" i="1" smtClean="0">
                                <a:solidFill>
                                  <a:srgbClr val="00BF7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050" b="0" i="1" smtClean="0">
                                <a:solidFill>
                                  <a:srgbClr val="00BF7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050" b="0" i="1" smtClean="0">
                            <a:solidFill>
                              <a:srgbClr val="00BF7D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fr-FR" sz="1050" b="0" i="1" smtClean="0">
                            <a:solidFill>
                              <a:srgbClr val="00BF7D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050" i="1" smtClean="0">
                                <a:solidFill>
                                  <a:srgbClr val="E76B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solidFill>
                                  <a:srgbClr val="E76B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1050" b="0" i="1" smtClean="0">
                                <a:solidFill>
                                  <a:srgbClr val="E76BF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sz="1050" i="1">
                            <a:solidFill>
                              <a:srgbClr val="E76BF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fr-FR" sz="1050" i="1">
                            <a:solidFill>
                              <a:srgbClr val="E76BF3"/>
                            </a:solidFill>
                            <a:latin typeface="Cambria Math" panose="02040503050406030204" pitchFamily="18" charset="0"/>
                          </a:rPr>
                          <m:t>𝑉𝐿</m:t>
                        </m:r>
                      </m:oMath>
                    </a14:m>
                    <a:endParaRPr lang="fr-FR" sz="1050" dirty="0"/>
                  </a:p>
                  <a:p>
                    <a:pPr algn="ctr"/>
                    <a:endParaRPr lang="fr-FR" sz="1050" dirty="0"/>
                  </a:p>
                  <a:p>
                    <a:pPr algn="ctr"/>
                    <a:r>
                      <a:rPr lang="fr-FR" sz="1050" b="1" dirty="0"/>
                      <a:t>One </a:t>
                    </a:r>
                    <a:r>
                      <a:rPr lang="fr-FR" sz="1050" b="1" dirty="0" err="1"/>
                      <a:t>Health</a:t>
                    </a:r>
                    <a:r>
                      <a:rPr lang="fr-FR" sz="1050" b="1" dirty="0"/>
                      <a:t> </a:t>
                    </a:r>
                    <a:r>
                      <a:rPr lang="fr-FR" sz="1050" b="1" dirty="0" err="1"/>
                      <a:t>submodels</a:t>
                    </a:r>
                    <a:r>
                      <a:rPr lang="fr-FR" sz="1050" b="1" dirty="0"/>
                      <a:t>:</a:t>
                    </a:r>
                    <a:br>
                      <a:rPr lang="fr-FR" sz="1050" b="1" dirty="0"/>
                    </a:b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lang="fr-FR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sz="105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FR" sz="1050" i="1" smtClean="0">
                                      <a:solidFill>
                                        <a:srgbClr val="E76B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  <m:r>
                                    <a:rPr lang="fr-FR" sz="1050" i="1">
                                      <a:solidFill>
                                        <a:srgbClr val="F8766D"/>
                                      </a:solidFill>
                                      <a:latin typeface="Cambria Math" panose="02040503050406030204" pitchFamily="18" charset="0"/>
                                    </a:rPr>
                                    <m:t>= </m:t>
                                  </m:r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00BF7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00BF7D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00BF7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00BF7D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fr-FR" sz="1050" i="1">
                                      <a:solidFill>
                                        <a:srgbClr val="00BF7D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1050" i="1" smtClean="0">
                                          <a:solidFill>
                                            <a:srgbClr val="00B0F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00B0F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00B0F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00B0F6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fr-FR" sz="1050" i="1">
                                      <a:solidFill>
                                        <a:srgbClr val="00B0F6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</m:e>
                                <m:e>
                                  <m:r>
                                    <a:rPr lang="fr-FR" sz="1050" i="1" smtClean="0">
                                      <a:solidFill>
                                        <a:srgbClr val="00B0F6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  <m:r>
                                    <a:rPr lang="fr-FR" sz="1050" i="1">
                                      <a:solidFill>
                                        <a:srgbClr val="F8766D"/>
                                      </a:solidFill>
                                      <a:latin typeface="Cambria Math" panose="02040503050406030204" pitchFamily="18" charset="0"/>
                                    </a:rPr>
                                    <m:t>= </m:t>
                                  </m:r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00BF7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00BF7D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00BF7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00BF7D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fr-FR" sz="1050" i="1">
                                      <a:solidFill>
                                        <a:srgbClr val="00BF7D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E76BF3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fr-FR" sz="1050" i="1">
                                      <a:solidFill>
                                        <a:srgbClr val="E76B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</m:e>
                                <m:e>
                                  <m:r>
                                    <a:rPr lang="fr-FR" sz="1050" i="1" smtClean="0">
                                      <a:solidFill>
                                        <a:srgbClr val="00BF7D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  <m:r>
                                    <a:rPr lang="fr-FR" sz="1050" i="1">
                                      <a:solidFill>
                                        <a:srgbClr val="F8766D"/>
                                      </a:solidFill>
                                      <a:latin typeface="Cambria Math" panose="02040503050406030204" pitchFamily="18" charset="0"/>
                                    </a:rPr>
                                    <m:t>= </m:t>
                                  </m:r>
                                  <m:sSub>
                                    <m:sSubPr>
                                      <m:ctrlPr>
                                        <a:rPr lang="fr-FR" sz="1050" i="1" smtClean="0">
                                          <a:solidFill>
                                            <a:srgbClr val="00B0F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00B0F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00B0F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00B0F6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fr-FR" sz="1050" i="1">
                                      <a:solidFill>
                                        <a:srgbClr val="00B0F6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E76BF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E76BF3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fr-FR" sz="1050" i="1">
                                      <a:solidFill>
                                        <a:srgbClr val="E76BF3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𝑉𝐿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fr-FR" sz="1050" b="1" dirty="0"/>
                  </a:p>
                </p:txBody>
              </p:sp>
            </mc:Choice>
            <mc:Fallback>
              <p:sp>
                <p:nvSpPr>
                  <p:cNvPr id="167" name="ZoneTexte 166">
                    <a:extLst>
                      <a:ext uri="{FF2B5EF4-FFF2-40B4-BE49-F238E27FC236}">
                        <a16:creationId xmlns:a16="http://schemas.microsoft.com/office/drawing/2014/main" id="{B27D330A-2795-4146-B602-D66E630B93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540" y="4574292"/>
                    <a:ext cx="1903054" cy="184866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9423" b="-747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9" name="ZoneTexte 168">
              <a:extLst>
                <a:ext uri="{FF2B5EF4-FFF2-40B4-BE49-F238E27FC236}">
                  <a16:creationId xmlns:a16="http://schemas.microsoft.com/office/drawing/2014/main" id="{B77E8B82-D2A0-4C1A-AECA-128B63812E3E}"/>
                </a:ext>
              </a:extLst>
            </p:cNvPr>
            <p:cNvSpPr txBox="1"/>
            <p:nvPr/>
          </p:nvSpPr>
          <p:spPr>
            <a:xfrm>
              <a:off x="6993644" y="2300915"/>
              <a:ext cx="3539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One </a:t>
              </a:r>
              <a:r>
                <a:rPr lang="fr-FR" b="1" dirty="0" err="1"/>
                <a:t>Health</a:t>
              </a:r>
              <a:r>
                <a:rPr lang="fr-FR" b="1" dirty="0"/>
                <a:t> </a:t>
              </a:r>
              <a:r>
                <a:rPr lang="fr-FR" b="1" dirty="0" err="1"/>
                <a:t>submodels</a:t>
              </a:r>
              <a:endParaRPr lang="fr-FR" b="1" dirty="0"/>
            </a:p>
          </p:txBody>
        </p:sp>
        <p:sp>
          <p:nvSpPr>
            <p:cNvPr id="171" name="ZoneTexte 170">
              <a:extLst>
                <a:ext uri="{FF2B5EF4-FFF2-40B4-BE49-F238E27FC236}">
                  <a16:creationId xmlns:a16="http://schemas.microsoft.com/office/drawing/2014/main" id="{3685804F-5127-47BD-9E92-D25A219A6173}"/>
                </a:ext>
              </a:extLst>
            </p:cNvPr>
            <p:cNvSpPr txBox="1"/>
            <p:nvPr/>
          </p:nvSpPr>
          <p:spPr>
            <a:xfrm>
              <a:off x="5585812" y="1509194"/>
              <a:ext cx="6015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err="1"/>
                <a:t>Antimicrobial</a:t>
              </a:r>
              <a:r>
                <a:rPr lang="fr-FR" b="1" dirty="0"/>
                <a:t> </a:t>
              </a:r>
              <a:r>
                <a:rPr lang="fr-FR" b="1" dirty="0" err="1"/>
                <a:t>consumption</a:t>
              </a:r>
              <a:r>
                <a:rPr lang="fr-FR" b="1" dirty="0"/>
                <a:t> (AMC) </a:t>
              </a:r>
              <a:r>
                <a:rPr lang="fr-FR" b="1" dirty="0" err="1"/>
                <a:t>adjustment</a:t>
              </a:r>
              <a:r>
                <a:rPr lang="fr-FR" b="1" dirty="0"/>
                <a:t> </a:t>
              </a:r>
              <a:r>
                <a:rPr lang="fr-FR" b="1" dirty="0" err="1"/>
                <a:t>Submodel</a:t>
              </a:r>
              <a:endParaRPr lang="fr-FR" b="1" dirty="0"/>
            </a:p>
          </p:txBody>
        </p:sp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9C8CD2CD-6936-409D-954A-991EFA0D6B49}"/>
                </a:ext>
              </a:extLst>
            </p:cNvPr>
            <p:cNvSpPr txBox="1"/>
            <p:nvPr/>
          </p:nvSpPr>
          <p:spPr>
            <a:xfrm>
              <a:off x="4434681" y="916503"/>
              <a:ext cx="6015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Main model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" name="ZoneTexte 173">
                  <a:extLst>
                    <a:ext uri="{FF2B5EF4-FFF2-40B4-BE49-F238E27FC236}">
                      <a16:creationId xmlns:a16="http://schemas.microsoft.com/office/drawing/2014/main" id="{DA017C55-6D22-4334-8CFA-225CE133FCDA}"/>
                    </a:ext>
                  </a:extLst>
                </p:cNvPr>
                <p:cNvSpPr txBox="1"/>
                <p:nvPr/>
              </p:nvSpPr>
              <p:spPr>
                <a:xfrm>
                  <a:off x="7147420" y="2786044"/>
                  <a:ext cx="4898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74" name="ZoneTexte 173">
                  <a:extLst>
                    <a:ext uri="{FF2B5EF4-FFF2-40B4-BE49-F238E27FC236}">
                      <a16:creationId xmlns:a16="http://schemas.microsoft.com/office/drawing/2014/main" id="{DA017C55-6D22-4334-8CFA-225CE133F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420" y="2786044"/>
                  <a:ext cx="489857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ZoneTexte 174">
                  <a:extLst>
                    <a:ext uri="{FF2B5EF4-FFF2-40B4-BE49-F238E27FC236}">
                      <a16:creationId xmlns:a16="http://schemas.microsoft.com/office/drawing/2014/main" id="{FB4F61EF-8D31-4A92-9EE9-FAD32792833B}"/>
                    </a:ext>
                  </a:extLst>
                </p:cNvPr>
                <p:cNvSpPr txBox="1"/>
                <p:nvPr/>
              </p:nvSpPr>
              <p:spPr>
                <a:xfrm>
                  <a:off x="8954465" y="3550208"/>
                  <a:ext cx="4898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75" name="ZoneTexte 174">
                  <a:extLst>
                    <a:ext uri="{FF2B5EF4-FFF2-40B4-BE49-F238E27FC236}">
                      <a16:creationId xmlns:a16="http://schemas.microsoft.com/office/drawing/2014/main" id="{FB4F61EF-8D31-4A92-9EE9-FAD3279283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4465" y="3550208"/>
                  <a:ext cx="489857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ZoneTexte 175">
                  <a:extLst>
                    <a:ext uri="{FF2B5EF4-FFF2-40B4-BE49-F238E27FC236}">
                      <a16:creationId xmlns:a16="http://schemas.microsoft.com/office/drawing/2014/main" id="{87DFAC80-E39D-4F80-8E41-62E127C463C8}"/>
                    </a:ext>
                  </a:extLst>
                </p:cNvPr>
                <p:cNvSpPr txBox="1"/>
                <p:nvPr/>
              </p:nvSpPr>
              <p:spPr>
                <a:xfrm>
                  <a:off x="7102362" y="3559228"/>
                  <a:ext cx="4898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76" name="ZoneTexte 175">
                  <a:extLst>
                    <a:ext uri="{FF2B5EF4-FFF2-40B4-BE49-F238E27FC236}">
                      <a16:creationId xmlns:a16="http://schemas.microsoft.com/office/drawing/2014/main" id="{87DFAC80-E39D-4F80-8E41-62E127C46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2362" y="3559228"/>
                  <a:ext cx="489857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ZoneTexte 176">
                  <a:extLst>
                    <a:ext uri="{FF2B5EF4-FFF2-40B4-BE49-F238E27FC236}">
                      <a16:creationId xmlns:a16="http://schemas.microsoft.com/office/drawing/2014/main" id="{7BA76858-94F3-46FA-8DFB-CC852210CBC8}"/>
                    </a:ext>
                  </a:extLst>
                </p:cNvPr>
                <p:cNvSpPr txBox="1"/>
                <p:nvPr/>
              </p:nvSpPr>
              <p:spPr>
                <a:xfrm>
                  <a:off x="5501311" y="3653242"/>
                  <a:ext cx="4898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77" name="ZoneTexte 176">
                  <a:extLst>
                    <a:ext uri="{FF2B5EF4-FFF2-40B4-BE49-F238E27FC236}">
                      <a16:creationId xmlns:a16="http://schemas.microsoft.com/office/drawing/2014/main" id="{7BA76858-94F3-46FA-8DFB-CC852210C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1311" y="3653242"/>
                  <a:ext cx="489857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8" name="ZoneTexte 177">
                  <a:extLst>
                    <a:ext uri="{FF2B5EF4-FFF2-40B4-BE49-F238E27FC236}">
                      <a16:creationId xmlns:a16="http://schemas.microsoft.com/office/drawing/2014/main" id="{6E2CC41B-EB22-4E81-95A7-D0DE71C946A7}"/>
                    </a:ext>
                  </a:extLst>
                </p:cNvPr>
                <p:cNvSpPr txBox="1"/>
                <p:nvPr/>
              </p:nvSpPr>
              <p:spPr>
                <a:xfrm>
                  <a:off x="5459319" y="4385621"/>
                  <a:ext cx="4898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78" name="ZoneTexte 177">
                  <a:extLst>
                    <a:ext uri="{FF2B5EF4-FFF2-40B4-BE49-F238E27FC236}">
                      <a16:creationId xmlns:a16="http://schemas.microsoft.com/office/drawing/2014/main" id="{6E2CC41B-EB22-4E81-95A7-D0DE71C94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9319" y="4385621"/>
                  <a:ext cx="489857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9" name="ZoneTexte 178">
                  <a:extLst>
                    <a:ext uri="{FF2B5EF4-FFF2-40B4-BE49-F238E27FC236}">
                      <a16:creationId xmlns:a16="http://schemas.microsoft.com/office/drawing/2014/main" id="{978E1849-B764-4AF2-8F89-0BE5BC79C02C}"/>
                    </a:ext>
                  </a:extLst>
                </p:cNvPr>
                <p:cNvSpPr txBox="1"/>
                <p:nvPr/>
              </p:nvSpPr>
              <p:spPr>
                <a:xfrm>
                  <a:off x="3942638" y="3674052"/>
                  <a:ext cx="4898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79" name="ZoneTexte 178">
                  <a:extLst>
                    <a:ext uri="{FF2B5EF4-FFF2-40B4-BE49-F238E27FC236}">
                      <a16:creationId xmlns:a16="http://schemas.microsoft.com/office/drawing/2014/main" id="{978E1849-B764-4AF2-8F89-0BE5BC79C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2638" y="3674052"/>
                  <a:ext cx="489857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796246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146</Words>
  <Application>Microsoft Office PowerPoint</Application>
  <PresentationFormat>Grand écran</PresentationFormat>
  <Paragraphs>59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29</cp:revision>
  <dcterms:created xsi:type="dcterms:W3CDTF">2026-05-05T14:05:34Z</dcterms:created>
  <dcterms:modified xsi:type="dcterms:W3CDTF">2026-08-28T12:18:03Z</dcterms:modified>
</cp:coreProperties>
</file>