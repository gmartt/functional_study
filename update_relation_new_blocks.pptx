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6"/>
    <a:srgbClr val="E76BF3"/>
    <a:srgbClr val="00BF7D"/>
    <a:srgbClr val="A3A500"/>
    <a:srgbClr val="F876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C30FAB-0257-40B8-9E83-6FD1381C67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6D3B3D3-3AA1-467C-812D-BFA8254C1C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2051D2-4353-45B2-A735-6BF027A18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C81DCB-6990-4DEB-B952-F2031548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59A113-DD4D-4AC8-974C-4C906A2BE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5250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9DE5BF-A080-4BDA-AE6A-41C35DEA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36D3331-5DD0-4C93-B588-2CD0423E3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17F3A0-9ADA-445A-BE3F-10D0FA607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943223-FA60-4BD1-B086-045D0845B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0BF25F-AA16-4F09-A203-520C9DC1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9562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7A62C1-3C3F-4601-9EB4-54833ADC0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45ABAAF-A867-43A5-8E49-955A6A279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2302A7-12E1-4241-95C4-120437B5A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5D0C48-8308-40DB-998A-AE80FCEAC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1C89AA-6697-42DD-8AE6-A594E647A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2481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A4EED1-A7F0-4CFC-BEC8-EB7432962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DBBDD6-43C5-41F5-B605-D93F8CCF26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7F5B6E1-8FA0-4459-B16F-5DB3499EB2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146EF3A-88BF-4CC5-94C2-35F4C1D15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236898-81B8-4A3F-BD84-A68838B5B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F2AC67-3DAD-4F08-BE32-514579647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41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A0E52A-80FC-49F2-9465-792CBB721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011A14-86CA-42DA-9637-6FBE0F421F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F99B648-832B-41AF-8EA1-3A435E539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05C154C-3BD8-4195-BB3A-AEB6244241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6CA158D-2E43-45ED-A208-77EC30647F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35505B-3A59-402A-9B07-843C7995B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D9B135E-567C-4249-BD88-3674091CB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208C70D-82E7-4FD1-8BAA-F837B3576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174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4CAE90-61C9-4BCA-B365-0BFFD6126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9ED2F3-DA5A-40A9-B83C-9EBF2FB55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423131B-32E8-452D-902D-C10841FF4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1F2F2C5-8993-4273-B196-8C97EA11A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68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7376DC6-F893-4B7E-9220-97BC73B58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696D4BA-A49E-43E9-92D3-0BA92127B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4D51BA-FB78-4FD9-A4B9-911AFDB11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3221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A4AB1C-1F20-4D34-B294-0B2C59685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812896-7430-416D-B501-73E1F1F80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3ADA73-732F-4FE0-8FB0-6C88664BF1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26306E6-52CE-4A29-BAF9-EA1F7D881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D6DE458-DB61-4BFA-BA4A-C4C41C2D7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7801A7D-05B7-4A93-81FA-559DA185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3892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BDF18-A707-493B-AB3D-443755191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801C2EF-AC56-4686-B109-FEF32C76DF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6C540C-4F52-4164-8D42-2094D583E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092E5D-1C00-4593-A773-72A5D38C2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AA3B1D1-AB96-40E0-A24C-97A650737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F49BEE-34B0-4AF4-A352-8BEE5A0DD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3500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7918DD-97E3-4849-85B9-2F3414096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2C737D-B001-4EAF-B1A2-80C30F87B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298438-BA52-45B8-A6D2-EDCEEF23D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86A520-D4CF-4515-B831-982C15CFC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FDDD85-87FF-4C33-8D44-35C4D3807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17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A36579-3E41-43EA-BB60-C807CCB3B3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D474C48-C0A4-42B7-8969-002DE86174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E6904A-283A-420E-B3FA-FF6CB92E0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94C9A1-81C3-4EEC-9A9F-E41871BC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DB640F-D785-4A4E-9AA8-3EEAD5AFE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6217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9F920C1-5D6B-4C9F-907F-B6F90D6BD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58F7BE-601D-4506-B34A-DC0C4EF8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3DFC2D-85D1-44DE-9F1A-8983D1F0A6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0C79C5-3CC8-4373-907F-2E1F47B9C95B}" type="datetimeFigureOut">
              <a:rPr lang="fr-FR" smtClean="0"/>
              <a:t>04/08/2026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64574D-0C93-422F-A9EA-62D6C8071C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A75B9B-6EF2-412A-B1C6-DD2B2F4624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B7118-5FA9-426E-81D1-31D4FC808A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1998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F5C23EA5-E784-4021-A82D-AE7317BAA0EA}"/>
              </a:ext>
            </a:extLst>
          </p:cNvPr>
          <p:cNvGrpSpPr/>
          <p:nvPr/>
        </p:nvGrpSpPr>
        <p:grpSpPr>
          <a:xfrm>
            <a:off x="105834" y="398389"/>
            <a:ext cx="10797114" cy="5537630"/>
            <a:chOff x="105834" y="398389"/>
            <a:chExt cx="10797114" cy="5537630"/>
          </a:xfrm>
        </p:grpSpPr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5FF32897-D699-4EF8-97BB-81B42CDC2DD0}"/>
                </a:ext>
              </a:extLst>
            </p:cNvPr>
            <p:cNvGrpSpPr/>
            <p:nvPr/>
          </p:nvGrpSpPr>
          <p:grpSpPr>
            <a:xfrm>
              <a:off x="105834" y="2586124"/>
              <a:ext cx="2582333" cy="1258416"/>
              <a:chOff x="270934" y="368071"/>
              <a:chExt cx="2582333" cy="1258416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48E56DC-04D6-4514-8581-639195D6C8E4}"/>
                  </a:ext>
                </a:extLst>
              </p:cNvPr>
              <p:cNvSpPr/>
              <p:nvPr/>
            </p:nvSpPr>
            <p:spPr>
              <a:xfrm>
                <a:off x="1193800" y="745954"/>
                <a:ext cx="1659467" cy="880533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Humain</a:t>
                </a:r>
              </a:p>
            </p:txBody>
          </p:sp>
          <p:cxnSp>
            <p:nvCxnSpPr>
              <p:cNvPr id="41" name="Connecteur droit avec flèche 40">
                <a:extLst>
                  <a:ext uri="{FF2B5EF4-FFF2-40B4-BE49-F238E27FC236}">
                    <a16:creationId xmlns:a16="http://schemas.microsoft.com/office/drawing/2014/main" id="{084830E6-54A0-4390-B044-961F5B950BC5}"/>
                  </a:ext>
                </a:extLst>
              </p:cNvPr>
              <p:cNvCxnSpPr/>
              <p:nvPr/>
            </p:nvCxnSpPr>
            <p:spPr>
              <a:xfrm>
                <a:off x="1016000" y="745067"/>
                <a:ext cx="0" cy="821266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E2D3ACDF-5E51-48DE-8050-87366971D5AA}"/>
                  </a:ext>
                </a:extLst>
              </p:cNvPr>
              <p:cNvSpPr txBox="1"/>
              <p:nvPr/>
            </p:nvSpPr>
            <p:spPr>
              <a:xfrm>
                <a:off x="270934" y="1069917"/>
                <a:ext cx="745066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12 régions</a:t>
                </a:r>
              </a:p>
            </p:txBody>
          </p:sp>
          <p:cxnSp>
            <p:nvCxnSpPr>
              <p:cNvPr id="43" name="Connecteur droit avec flèche 42">
                <a:extLst>
                  <a:ext uri="{FF2B5EF4-FFF2-40B4-BE49-F238E27FC236}">
                    <a16:creationId xmlns:a16="http://schemas.microsoft.com/office/drawing/2014/main" id="{46455CAF-F801-4643-BB0E-28BC077376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3800" y="592667"/>
                <a:ext cx="1659467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7669819F-8761-4D86-96A1-CF36AFE272B8}"/>
                  </a:ext>
                </a:extLst>
              </p:cNvPr>
              <p:cNvSpPr txBox="1"/>
              <p:nvPr/>
            </p:nvSpPr>
            <p:spPr>
              <a:xfrm>
                <a:off x="1515533" y="368071"/>
                <a:ext cx="11430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max 3 variables</a:t>
                </a:r>
              </a:p>
            </p:txBody>
          </p:sp>
        </p:grpSp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E15AC3C4-F2BD-4AAE-8051-3253D6A9CC25}"/>
                </a:ext>
              </a:extLst>
            </p:cNvPr>
            <p:cNvGrpSpPr/>
            <p:nvPr/>
          </p:nvGrpSpPr>
          <p:grpSpPr>
            <a:xfrm>
              <a:off x="2688167" y="398389"/>
              <a:ext cx="8214781" cy="5537630"/>
              <a:chOff x="2688167" y="398389"/>
              <a:chExt cx="8214781" cy="5537630"/>
            </a:xfrm>
          </p:grpSpPr>
          <p:grpSp>
            <p:nvGrpSpPr>
              <p:cNvPr id="13" name="Groupe 12">
                <a:extLst>
                  <a:ext uri="{FF2B5EF4-FFF2-40B4-BE49-F238E27FC236}">
                    <a16:creationId xmlns:a16="http://schemas.microsoft.com/office/drawing/2014/main" id="{8FA7A248-7FC3-4B2D-92F7-169FBE8F2955}"/>
                  </a:ext>
                </a:extLst>
              </p:cNvPr>
              <p:cNvGrpSpPr/>
              <p:nvPr/>
            </p:nvGrpSpPr>
            <p:grpSpPr>
              <a:xfrm>
                <a:off x="7224182" y="4353639"/>
                <a:ext cx="2582333" cy="1257529"/>
                <a:chOff x="270934" y="368071"/>
                <a:chExt cx="2582333" cy="1257529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A992EBD8-A7E1-44AD-8244-ED10E8F0F5D1}"/>
                    </a:ext>
                  </a:extLst>
                </p:cNvPr>
                <p:cNvSpPr/>
                <p:nvPr/>
              </p:nvSpPr>
              <p:spPr>
                <a:xfrm>
                  <a:off x="1193800" y="745067"/>
                  <a:ext cx="1659467" cy="880533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AMC</a:t>
                  </a:r>
                </a:p>
              </p:txBody>
            </p:sp>
            <p:cxnSp>
              <p:nvCxnSpPr>
                <p:cNvPr id="6" name="Connecteur droit avec flèche 5">
                  <a:extLst>
                    <a:ext uri="{FF2B5EF4-FFF2-40B4-BE49-F238E27FC236}">
                      <a16:creationId xmlns:a16="http://schemas.microsoft.com/office/drawing/2014/main" id="{1CCE6BEB-83CF-4A23-892E-0D37934134D9}"/>
                    </a:ext>
                  </a:extLst>
                </p:cNvPr>
                <p:cNvCxnSpPr/>
                <p:nvPr/>
              </p:nvCxnSpPr>
              <p:spPr>
                <a:xfrm>
                  <a:off x="1016000" y="745067"/>
                  <a:ext cx="0" cy="821266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EB67AE6F-4EE1-48A0-979B-153EF4E1F202}"/>
                    </a:ext>
                  </a:extLst>
                </p:cNvPr>
                <p:cNvSpPr txBox="1"/>
                <p:nvPr/>
              </p:nvSpPr>
              <p:spPr>
                <a:xfrm>
                  <a:off x="270934" y="1069917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  <p:cxnSp>
              <p:nvCxnSpPr>
                <p:cNvPr id="8" name="Connecteur droit avec flèche 7">
                  <a:extLst>
                    <a:ext uri="{FF2B5EF4-FFF2-40B4-BE49-F238E27FC236}">
                      <a16:creationId xmlns:a16="http://schemas.microsoft.com/office/drawing/2014/main" id="{F6841A1E-B5FD-421C-A88D-FBFFC87284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1659467" cy="0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ZoneTexte 11">
                  <a:extLst>
                    <a:ext uri="{FF2B5EF4-FFF2-40B4-BE49-F238E27FC236}">
                      <a16:creationId xmlns:a16="http://schemas.microsoft.com/office/drawing/2014/main" id="{5A5AE3FC-E219-4516-97BF-34B08481C6E7}"/>
                    </a:ext>
                  </a:extLst>
                </p:cNvPr>
                <p:cNvSpPr txBox="1"/>
                <p:nvPr/>
              </p:nvSpPr>
              <p:spPr>
                <a:xfrm>
                  <a:off x="1515533" y="368071"/>
                  <a:ext cx="114300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fr-FR" sz="900">
                      <a:latin typeface="Arial" panose="020B0604020202020204" pitchFamily="34" charset="0"/>
                      <a:cs typeface="Arial" panose="020B0604020202020204" pitchFamily="34" charset="0"/>
                    </a:rPr>
                    <a:t>max 3 </a:t>
                  </a:r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variables</a:t>
                  </a:r>
                </a:p>
              </p:txBody>
            </p:sp>
          </p:grpSp>
          <p:grpSp>
            <p:nvGrpSpPr>
              <p:cNvPr id="14" name="Groupe 13">
                <a:extLst>
                  <a:ext uri="{FF2B5EF4-FFF2-40B4-BE49-F238E27FC236}">
                    <a16:creationId xmlns:a16="http://schemas.microsoft.com/office/drawing/2014/main" id="{01CD2FC3-B72C-406A-A028-AF99F36A7492}"/>
                  </a:ext>
                </a:extLst>
              </p:cNvPr>
              <p:cNvGrpSpPr/>
              <p:nvPr/>
            </p:nvGrpSpPr>
            <p:grpSpPr>
              <a:xfrm>
                <a:off x="3771901" y="398389"/>
                <a:ext cx="2582333" cy="1257529"/>
                <a:chOff x="270934" y="368071"/>
                <a:chExt cx="2582333" cy="1257529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1A0C2064-6A4C-4691-9C1F-4AF6ECF3E904}"/>
                    </a:ext>
                  </a:extLst>
                </p:cNvPr>
                <p:cNvSpPr/>
                <p:nvPr/>
              </p:nvSpPr>
              <p:spPr>
                <a:xfrm>
                  <a:off x="1193800" y="745067"/>
                  <a:ext cx="1659466" cy="880533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Animaux</a:t>
                  </a:r>
                </a:p>
              </p:txBody>
            </p:sp>
            <p:cxnSp>
              <p:nvCxnSpPr>
                <p:cNvPr id="16" name="Connecteur droit avec flèche 15">
                  <a:extLst>
                    <a:ext uri="{FF2B5EF4-FFF2-40B4-BE49-F238E27FC236}">
                      <a16:creationId xmlns:a16="http://schemas.microsoft.com/office/drawing/2014/main" id="{8DCCD066-A17B-4729-B96B-9B814A7F2EEE}"/>
                    </a:ext>
                  </a:extLst>
                </p:cNvPr>
                <p:cNvCxnSpPr/>
                <p:nvPr/>
              </p:nvCxnSpPr>
              <p:spPr>
                <a:xfrm>
                  <a:off x="1016000" y="745067"/>
                  <a:ext cx="0" cy="821266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DF24B1BC-32B2-4473-8BDF-0E2AC86AA40D}"/>
                    </a:ext>
                  </a:extLst>
                </p:cNvPr>
                <p:cNvSpPr txBox="1"/>
                <p:nvPr/>
              </p:nvSpPr>
              <p:spPr>
                <a:xfrm>
                  <a:off x="270934" y="1069917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  <p:cxnSp>
              <p:nvCxnSpPr>
                <p:cNvPr id="18" name="Connecteur droit avec flèche 17">
                  <a:extLst>
                    <a:ext uri="{FF2B5EF4-FFF2-40B4-BE49-F238E27FC236}">
                      <a16:creationId xmlns:a16="http://schemas.microsoft.com/office/drawing/2014/main" id="{A9A21EDF-20DA-443C-B3BB-94EE1CBD5D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1659467" cy="0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24F942E7-77C6-41D5-80C5-4A51D8C705B2}"/>
                    </a:ext>
                  </a:extLst>
                </p:cNvPr>
                <p:cNvSpPr txBox="1"/>
                <p:nvPr/>
              </p:nvSpPr>
              <p:spPr>
                <a:xfrm>
                  <a:off x="1515532" y="368071"/>
                  <a:ext cx="114300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max 4 variables</a:t>
                  </a:r>
                </a:p>
              </p:txBody>
            </p:sp>
          </p:grpSp>
          <p:grpSp>
            <p:nvGrpSpPr>
              <p:cNvPr id="33" name="Groupe 32">
                <a:extLst>
                  <a:ext uri="{FF2B5EF4-FFF2-40B4-BE49-F238E27FC236}">
                    <a16:creationId xmlns:a16="http://schemas.microsoft.com/office/drawing/2014/main" id="{B744D23B-2E94-47F7-96A7-4BA7E6FB0089}"/>
                  </a:ext>
                </a:extLst>
              </p:cNvPr>
              <p:cNvGrpSpPr/>
              <p:nvPr/>
            </p:nvGrpSpPr>
            <p:grpSpPr>
              <a:xfrm>
                <a:off x="3860801" y="4678490"/>
                <a:ext cx="2582333" cy="1257529"/>
                <a:chOff x="270934" y="368071"/>
                <a:chExt cx="2582333" cy="1257529"/>
              </a:xfrm>
            </p:grpSpPr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E7ABEB32-5092-4FCF-BF63-D0B007B38D7B}"/>
                    </a:ext>
                  </a:extLst>
                </p:cNvPr>
                <p:cNvSpPr/>
                <p:nvPr/>
              </p:nvSpPr>
              <p:spPr>
                <a:xfrm>
                  <a:off x="1193800" y="745067"/>
                  <a:ext cx="1659467" cy="880533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Environnement</a:t>
                  </a:r>
                </a:p>
              </p:txBody>
            </p:sp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497DCD8A-A1A8-48BB-8426-10C4F231FD9E}"/>
                    </a:ext>
                  </a:extLst>
                </p:cNvPr>
                <p:cNvCxnSpPr/>
                <p:nvPr/>
              </p:nvCxnSpPr>
              <p:spPr>
                <a:xfrm>
                  <a:off x="1016000" y="745067"/>
                  <a:ext cx="0" cy="821266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041529AD-512E-41E1-AC44-DD17CB7DDF2F}"/>
                    </a:ext>
                  </a:extLst>
                </p:cNvPr>
                <p:cNvSpPr txBox="1"/>
                <p:nvPr/>
              </p:nvSpPr>
              <p:spPr>
                <a:xfrm>
                  <a:off x="270934" y="1069917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  <p:cxnSp>
              <p:nvCxnSpPr>
                <p:cNvPr id="37" name="Connecteur droit avec flèche 36">
                  <a:extLst>
                    <a:ext uri="{FF2B5EF4-FFF2-40B4-BE49-F238E27FC236}">
                      <a16:creationId xmlns:a16="http://schemas.microsoft.com/office/drawing/2014/main" id="{ECA53E8D-6A3F-421D-87CA-AAC798F82B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1659467" cy="0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9ACF325C-B7E2-4AF5-968E-3C71B3EBB07D}"/>
                    </a:ext>
                  </a:extLst>
                </p:cNvPr>
                <p:cNvSpPr txBox="1"/>
                <p:nvPr/>
              </p:nvSpPr>
              <p:spPr>
                <a:xfrm>
                  <a:off x="1515533" y="368071"/>
                  <a:ext cx="114300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max 2 variables</a:t>
                  </a:r>
                </a:p>
              </p:txBody>
            </p:sp>
          </p:grpSp>
          <p:sp>
            <p:nvSpPr>
              <p:cNvPr id="55" name="Ellipse 54">
                <a:extLst>
                  <a:ext uri="{FF2B5EF4-FFF2-40B4-BE49-F238E27FC236}">
                    <a16:creationId xmlns:a16="http://schemas.microsoft.com/office/drawing/2014/main" id="{74A41B7F-8B14-4868-99CF-8907F89937AE}"/>
                  </a:ext>
                </a:extLst>
              </p:cNvPr>
              <p:cNvSpPr/>
              <p:nvPr/>
            </p:nvSpPr>
            <p:spPr>
              <a:xfrm>
                <a:off x="5202767" y="2152553"/>
                <a:ext cx="643466" cy="558798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</a:rPr>
                  <a:t>t</a:t>
                </a:r>
                <a:r>
                  <a:rPr lang="fr-FR" baseline="-250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Ellipse 55">
                <a:extLst>
                  <a:ext uri="{FF2B5EF4-FFF2-40B4-BE49-F238E27FC236}">
                    <a16:creationId xmlns:a16="http://schemas.microsoft.com/office/drawing/2014/main" id="{89B56BEC-32A7-401A-9A46-9877A785C0F8}"/>
                  </a:ext>
                </a:extLst>
              </p:cNvPr>
              <p:cNvSpPr/>
              <p:nvPr/>
            </p:nvSpPr>
            <p:spPr>
              <a:xfrm>
                <a:off x="3198285" y="3076302"/>
                <a:ext cx="643466" cy="558798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</a:rPr>
                  <a:t>t</a:t>
                </a:r>
                <a:r>
                  <a:rPr lang="fr-FR" baseline="-250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grpSp>
            <p:nvGrpSpPr>
              <p:cNvPr id="60" name="Groupe 59">
                <a:extLst>
                  <a:ext uri="{FF2B5EF4-FFF2-40B4-BE49-F238E27FC236}">
                    <a16:creationId xmlns:a16="http://schemas.microsoft.com/office/drawing/2014/main" id="{FDCA1811-6CFC-4654-8487-35124C8C3764}"/>
                  </a:ext>
                </a:extLst>
              </p:cNvPr>
              <p:cNvGrpSpPr/>
              <p:nvPr/>
            </p:nvGrpSpPr>
            <p:grpSpPr>
              <a:xfrm>
                <a:off x="9040281" y="1669621"/>
                <a:ext cx="1862667" cy="1306770"/>
                <a:chOff x="270934" y="318830"/>
                <a:chExt cx="1862667" cy="1306770"/>
              </a:xfrm>
            </p:grpSpPr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37E09C4B-2FA3-4D73-A1BA-DC779677F558}"/>
                    </a:ext>
                  </a:extLst>
                </p:cNvPr>
                <p:cNvSpPr/>
                <p:nvPr/>
              </p:nvSpPr>
              <p:spPr>
                <a:xfrm>
                  <a:off x="1193800" y="745067"/>
                  <a:ext cx="529167" cy="880533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Y</a:t>
                  </a:r>
                </a:p>
              </p:txBody>
            </p:sp>
            <p:cxnSp>
              <p:nvCxnSpPr>
                <p:cNvPr id="62" name="Connecteur droit avec flèche 61">
                  <a:extLst>
                    <a:ext uri="{FF2B5EF4-FFF2-40B4-BE49-F238E27FC236}">
                      <a16:creationId xmlns:a16="http://schemas.microsoft.com/office/drawing/2014/main" id="{E12D763A-03B0-440C-A97F-B619A2E669E6}"/>
                    </a:ext>
                  </a:extLst>
                </p:cNvPr>
                <p:cNvCxnSpPr/>
                <p:nvPr/>
              </p:nvCxnSpPr>
              <p:spPr>
                <a:xfrm>
                  <a:off x="1016000" y="745067"/>
                  <a:ext cx="0" cy="821266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967EAD35-89EE-4B20-AD20-08F5793FF116}"/>
                    </a:ext>
                  </a:extLst>
                </p:cNvPr>
                <p:cNvSpPr txBox="1"/>
                <p:nvPr/>
              </p:nvSpPr>
              <p:spPr>
                <a:xfrm>
                  <a:off x="270934" y="1069917"/>
                  <a:ext cx="74506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12 régions</a:t>
                  </a:r>
                </a:p>
              </p:txBody>
            </p:sp>
            <p:cxnSp>
              <p:nvCxnSpPr>
                <p:cNvPr id="64" name="Connecteur droit avec flèche 63">
                  <a:extLst>
                    <a:ext uri="{FF2B5EF4-FFF2-40B4-BE49-F238E27FC236}">
                      <a16:creationId xmlns:a16="http://schemas.microsoft.com/office/drawing/2014/main" id="{EE032EF4-A1DC-4DAF-A752-EFFBCF8E51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529167" cy="0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489AD634-96B9-4903-B1A4-7391D77279AC}"/>
                    </a:ext>
                  </a:extLst>
                </p:cNvPr>
                <p:cNvSpPr txBox="1"/>
                <p:nvPr/>
              </p:nvSpPr>
              <p:spPr>
                <a:xfrm>
                  <a:off x="990601" y="318830"/>
                  <a:ext cx="114300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max 1 variable</a:t>
                  </a:r>
                </a:p>
              </p:txBody>
            </p:sp>
          </p:grpSp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C1842BC6-A26B-41CC-9940-91F9885286AD}"/>
                  </a:ext>
                </a:extLst>
              </p:cNvPr>
              <p:cNvSpPr/>
              <p:nvPr/>
            </p:nvSpPr>
            <p:spPr>
              <a:xfrm>
                <a:off x="5202767" y="3939906"/>
                <a:ext cx="643466" cy="558798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</a:rPr>
                  <a:t>t</a:t>
                </a:r>
                <a:r>
                  <a:rPr lang="fr-FR" baseline="-250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6" name="Ellipse 85">
                <a:extLst>
                  <a:ext uri="{FF2B5EF4-FFF2-40B4-BE49-F238E27FC236}">
                    <a16:creationId xmlns:a16="http://schemas.microsoft.com/office/drawing/2014/main" id="{A614A312-4AE6-4A69-8B72-B20545BF2321}"/>
                  </a:ext>
                </a:extLst>
              </p:cNvPr>
              <p:cNvSpPr/>
              <p:nvPr/>
            </p:nvSpPr>
            <p:spPr>
              <a:xfrm>
                <a:off x="8147048" y="3465767"/>
                <a:ext cx="643466" cy="558798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</a:rPr>
                  <a:t>t</a:t>
                </a:r>
                <a:r>
                  <a:rPr lang="fr-FR" baseline="-25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87E5FD23-E975-439D-B0AA-32809D704A39}"/>
                  </a:ext>
                </a:extLst>
              </p:cNvPr>
              <p:cNvCxnSpPr>
                <a:stCxn id="40" idx="3"/>
                <a:endCxn id="56" idx="2"/>
              </p:cNvCxnSpPr>
              <p:nvPr/>
            </p:nvCxnSpPr>
            <p:spPr>
              <a:xfrm flipV="1">
                <a:off x="2688167" y="3355701"/>
                <a:ext cx="510118" cy="4857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86">
                <a:extLst>
                  <a:ext uri="{FF2B5EF4-FFF2-40B4-BE49-F238E27FC236}">
                    <a16:creationId xmlns:a16="http://schemas.microsoft.com/office/drawing/2014/main" id="{90BCFD3A-51F0-41F8-9779-74B91B4BB72A}"/>
                  </a:ext>
                </a:extLst>
              </p:cNvPr>
              <p:cNvCxnSpPr>
                <a:cxnSpLocks/>
                <a:stCxn id="55" idx="0"/>
              </p:cNvCxnSpPr>
              <p:nvPr/>
            </p:nvCxnSpPr>
            <p:spPr>
              <a:xfrm flipV="1">
                <a:off x="5524500" y="1669621"/>
                <a:ext cx="152400" cy="4829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88">
                <a:extLst>
                  <a:ext uri="{FF2B5EF4-FFF2-40B4-BE49-F238E27FC236}">
                    <a16:creationId xmlns:a16="http://schemas.microsoft.com/office/drawing/2014/main" id="{19305432-3DBB-4E6F-AB21-C0863F67B497}"/>
                  </a:ext>
                </a:extLst>
              </p:cNvPr>
              <p:cNvCxnSpPr>
                <a:cxnSpLocks/>
                <a:endCxn id="83" idx="4"/>
              </p:cNvCxnSpPr>
              <p:nvPr/>
            </p:nvCxnSpPr>
            <p:spPr>
              <a:xfrm flipH="1" flipV="1">
                <a:off x="5524500" y="4498704"/>
                <a:ext cx="63500" cy="56246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necteur droit 90">
                <a:extLst>
                  <a:ext uri="{FF2B5EF4-FFF2-40B4-BE49-F238E27FC236}">
                    <a16:creationId xmlns:a16="http://schemas.microsoft.com/office/drawing/2014/main" id="{F0BAA152-E957-4290-879D-BA430D576440}"/>
                  </a:ext>
                </a:extLst>
              </p:cNvPr>
              <p:cNvCxnSpPr>
                <a:cxnSpLocks/>
                <a:stCxn id="4" idx="0"/>
                <a:endCxn id="86" idx="4"/>
              </p:cNvCxnSpPr>
              <p:nvPr/>
            </p:nvCxnSpPr>
            <p:spPr>
              <a:xfrm flipH="1" flipV="1">
                <a:off x="8468781" y="4024565"/>
                <a:ext cx="508001" cy="7060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EB4C53B0-33A0-4C3E-90F5-F0DCA6E2DC82}"/>
                  </a:ext>
                </a:extLst>
              </p:cNvPr>
              <p:cNvCxnSpPr>
                <a:stCxn id="56" idx="7"/>
                <a:endCxn id="55" idx="2"/>
              </p:cNvCxnSpPr>
              <p:nvPr/>
            </p:nvCxnSpPr>
            <p:spPr>
              <a:xfrm flipV="1">
                <a:off x="3747518" y="2431952"/>
                <a:ext cx="1455249" cy="726184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77" name="Connecteur droit avec flèche 76">
                <a:extLst>
                  <a:ext uri="{FF2B5EF4-FFF2-40B4-BE49-F238E27FC236}">
                    <a16:creationId xmlns:a16="http://schemas.microsoft.com/office/drawing/2014/main" id="{F7A96C17-B3D7-4203-A4D0-86AAB47C13EE}"/>
                  </a:ext>
                </a:extLst>
              </p:cNvPr>
              <p:cNvCxnSpPr>
                <a:stCxn id="56" idx="5"/>
                <a:endCxn id="83" idx="1"/>
              </p:cNvCxnSpPr>
              <p:nvPr/>
            </p:nvCxnSpPr>
            <p:spPr>
              <a:xfrm>
                <a:off x="3747518" y="3553266"/>
                <a:ext cx="1549482" cy="468474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97" name="Connecteur droit avec flèche 96">
                <a:extLst>
                  <a:ext uri="{FF2B5EF4-FFF2-40B4-BE49-F238E27FC236}">
                    <a16:creationId xmlns:a16="http://schemas.microsoft.com/office/drawing/2014/main" id="{244CE777-55BB-43E1-A3F2-7E4552216145}"/>
                  </a:ext>
                </a:extLst>
              </p:cNvPr>
              <p:cNvCxnSpPr>
                <a:cxnSpLocks/>
                <a:endCxn id="83" idx="0"/>
              </p:cNvCxnSpPr>
              <p:nvPr/>
            </p:nvCxnSpPr>
            <p:spPr>
              <a:xfrm>
                <a:off x="5496310" y="2706669"/>
                <a:ext cx="28190" cy="1233237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01" name="Connecteur droit avec flèche 100">
                <a:extLst>
                  <a:ext uri="{FF2B5EF4-FFF2-40B4-BE49-F238E27FC236}">
                    <a16:creationId xmlns:a16="http://schemas.microsoft.com/office/drawing/2014/main" id="{6D6723AA-2943-4961-9FD5-220254AAEDD0}"/>
                  </a:ext>
                </a:extLst>
              </p:cNvPr>
              <p:cNvCxnSpPr>
                <a:cxnSpLocks/>
                <a:stCxn id="56" idx="6"/>
                <a:endCxn id="86" idx="2"/>
              </p:cNvCxnSpPr>
              <p:nvPr/>
            </p:nvCxnSpPr>
            <p:spPr>
              <a:xfrm>
                <a:off x="3841751" y="3355701"/>
                <a:ext cx="4305297" cy="38946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Connecteur droit avec flèche 103">
                <a:extLst>
                  <a:ext uri="{FF2B5EF4-FFF2-40B4-BE49-F238E27FC236}">
                    <a16:creationId xmlns:a16="http://schemas.microsoft.com/office/drawing/2014/main" id="{4F173E60-0876-487C-A09D-58F4FD00B860}"/>
                  </a:ext>
                </a:extLst>
              </p:cNvPr>
              <p:cNvCxnSpPr>
                <a:cxnSpLocks/>
                <a:stCxn id="83" idx="6"/>
                <a:endCxn id="86" idx="3"/>
              </p:cNvCxnSpPr>
              <p:nvPr/>
            </p:nvCxnSpPr>
            <p:spPr>
              <a:xfrm flipV="1">
                <a:off x="5846233" y="3942731"/>
                <a:ext cx="2395048" cy="2765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" name="Connecteur droit avec flèche 104">
                <a:extLst>
                  <a:ext uri="{FF2B5EF4-FFF2-40B4-BE49-F238E27FC236}">
                    <a16:creationId xmlns:a16="http://schemas.microsoft.com/office/drawing/2014/main" id="{535EA614-6159-464F-AC2B-AFB341605941}"/>
                  </a:ext>
                </a:extLst>
              </p:cNvPr>
              <p:cNvCxnSpPr>
                <a:cxnSpLocks/>
                <a:stCxn id="86" idx="0"/>
                <a:endCxn id="112" idx="4"/>
              </p:cNvCxnSpPr>
              <p:nvPr/>
            </p:nvCxnSpPr>
            <p:spPr>
              <a:xfrm flipV="1">
                <a:off x="8468781" y="2777001"/>
                <a:ext cx="249766" cy="6887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12" name="Ellipse 111">
                <a:extLst>
                  <a:ext uri="{FF2B5EF4-FFF2-40B4-BE49-F238E27FC236}">
                    <a16:creationId xmlns:a16="http://schemas.microsoft.com/office/drawing/2014/main" id="{493842CD-0665-4A27-9432-1B5D4CD35AA8}"/>
                  </a:ext>
                </a:extLst>
              </p:cNvPr>
              <p:cNvSpPr/>
              <p:nvPr/>
            </p:nvSpPr>
            <p:spPr>
              <a:xfrm>
                <a:off x="8396814" y="2218203"/>
                <a:ext cx="643466" cy="558798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 err="1">
                    <a:solidFill>
                      <a:schemeClr val="tx1"/>
                    </a:solidFill>
                  </a:rPr>
                  <a:t>t</a:t>
                </a:r>
                <a:r>
                  <a:rPr lang="fr-FR" baseline="-25000" dirty="0" err="1">
                    <a:solidFill>
                      <a:schemeClr val="tx1"/>
                    </a:solidFill>
                  </a:rPr>
                  <a:t>y</a:t>
                </a:r>
                <a:endParaRPr lang="fr-FR" baseline="-250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C55FE631-DE36-4001-953D-547F103476B8}"/>
                  </a:ext>
                </a:extLst>
              </p:cNvPr>
              <p:cNvCxnSpPr>
                <a:cxnSpLocks/>
                <a:stCxn id="55" idx="7"/>
                <a:endCxn id="112" idx="2"/>
              </p:cNvCxnSpPr>
              <p:nvPr/>
            </p:nvCxnSpPr>
            <p:spPr>
              <a:xfrm>
                <a:off x="5752000" y="2234387"/>
                <a:ext cx="2644814" cy="26321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9" name="Connecteur droit avec flèche 118">
                <a:extLst>
                  <a:ext uri="{FF2B5EF4-FFF2-40B4-BE49-F238E27FC236}">
                    <a16:creationId xmlns:a16="http://schemas.microsoft.com/office/drawing/2014/main" id="{22B5DE84-1C10-45BC-BAEB-F2A2D97E6B8A}"/>
                  </a:ext>
                </a:extLst>
              </p:cNvPr>
              <p:cNvCxnSpPr>
                <a:cxnSpLocks/>
                <a:stCxn id="56" idx="6"/>
              </p:cNvCxnSpPr>
              <p:nvPr/>
            </p:nvCxnSpPr>
            <p:spPr>
              <a:xfrm flipV="1">
                <a:off x="3841751" y="2692227"/>
                <a:ext cx="4654546" cy="6634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2" name="Connecteur droit avec flèche 121">
                <a:extLst>
                  <a:ext uri="{FF2B5EF4-FFF2-40B4-BE49-F238E27FC236}">
                    <a16:creationId xmlns:a16="http://schemas.microsoft.com/office/drawing/2014/main" id="{6A96B123-4EE6-4AEA-9FBE-4ACC354255C2}"/>
                  </a:ext>
                </a:extLst>
              </p:cNvPr>
              <p:cNvCxnSpPr>
                <a:cxnSpLocks/>
                <a:stCxn id="83" idx="7"/>
                <a:endCxn id="112" idx="3"/>
              </p:cNvCxnSpPr>
              <p:nvPr/>
            </p:nvCxnSpPr>
            <p:spPr>
              <a:xfrm flipV="1">
                <a:off x="5752000" y="2695167"/>
                <a:ext cx="2739047" cy="132657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EA4C95C5-5B3C-4AB3-9E7C-3B45FEF5B3B1}"/>
                  </a:ext>
                </a:extLst>
              </p:cNvPr>
              <p:cNvCxnSpPr>
                <a:cxnSpLocks/>
                <a:stCxn id="61" idx="1"/>
              </p:cNvCxnSpPr>
              <p:nvPr/>
            </p:nvCxnSpPr>
            <p:spPr>
              <a:xfrm flipH="1" flipV="1">
                <a:off x="9040281" y="2457685"/>
                <a:ext cx="922866" cy="7844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632821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e 99">
            <a:extLst>
              <a:ext uri="{FF2B5EF4-FFF2-40B4-BE49-F238E27FC236}">
                <a16:creationId xmlns:a16="http://schemas.microsoft.com/office/drawing/2014/main" id="{B87AC518-1796-49AB-93BC-3D713E5720D1}"/>
              </a:ext>
            </a:extLst>
          </p:cNvPr>
          <p:cNvGrpSpPr/>
          <p:nvPr/>
        </p:nvGrpSpPr>
        <p:grpSpPr>
          <a:xfrm>
            <a:off x="66630" y="355310"/>
            <a:ext cx="10861717" cy="6046670"/>
            <a:chOff x="66630" y="355310"/>
            <a:chExt cx="10861717" cy="6046670"/>
          </a:xfrm>
        </p:grpSpPr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F5C23EA5-E784-4021-A82D-AE7317BAA0EA}"/>
                </a:ext>
              </a:extLst>
            </p:cNvPr>
            <p:cNvGrpSpPr/>
            <p:nvPr/>
          </p:nvGrpSpPr>
          <p:grpSpPr>
            <a:xfrm>
              <a:off x="66630" y="355310"/>
              <a:ext cx="10861717" cy="5580709"/>
              <a:chOff x="66630" y="355310"/>
              <a:chExt cx="10861717" cy="5580709"/>
            </a:xfrm>
          </p:grpSpPr>
          <p:grpSp>
            <p:nvGrpSpPr>
              <p:cNvPr id="39" name="Groupe 38">
                <a:extLst>
                  <a:ext uri="{FF2B5EF4-FFF2-40B4-BE49-F238E27FC236}">
                    <a16:creationId xmlns:a16="http://schemas.microsoft.com/office/drawing/2014/main" id="{5FF32897-D699-4EF8-97BB-81B42CDC2DD0}"/>
                  </a:ext>
                </a:extLst>
              </p:cNvPr>
              <p:cNvGrpSpPr/>
              <p:nvPr/>
            </p:nvGrpSpPr>
            <p:grpSpPr>
              <a:xfrm>
                <a:off x="66630" y="2529846"/>
                <a:ext cx="2621537" cy="1314694"/>
                <a:chOff x="231730" y="311793"/>
                <a:chExt cx="2621537" cy="1314694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248E56DC-04D6-4514-8581-639195D6C8E4}"/>
                    </a:ext>
                  </a:extLst>
                </p:cNvPr>
                <p:cNvSpPr/>
                <p:nvPr/>
              </p:nvSpPr>
              <p:spPr>
                <a:xfrm>
                  <a:off x="1193800" y="745954"/>
                  <a:ext cx="1659467" cy="880533"/>
                </a:xfrm>
                <a:prstGeom prst="rect">
                  <a:avLst/>
                </a:prstGeom>
                <a:solidFill>
                  <a:srgbClr val="E76BF3"/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3200" dirty="0" err="1"/>
                    <a:t>Humans</a:t>
                  </a:r>
                  <a:endParaRPr lang="fr-FR" sz="3200" dirty="0"/>
                </a:p>
              </p:txBody>
            </p:sp>
            <p:cxnSp>
              <p:nvCxnSpPr>
                <p:cNvPr id="41" name="Connecteur droit avec flèche 40">
                  <a:extLst>
                    <a:ext uri="{FF2B5EF4-FFF2-40B4-BE49-F238E27FC236}">
                      <a16:creationId xmlns:a16="http://schemas.microsoft.com/office/drawing/2014/main" id="{084830E6-54A0-4390-B044-961F5B950BC5}"/>
                    </a:ext>
                  </a:extLst>
                </p:cNvPr>
                <p:cNvCxnSpPr/>
                <p:nvPr/>
              </p:nvCxnSpPr>
              <p:spPr>
                <a:xfrm>
                  <a:off x="1016000" y="745067"/>
                  <a:ext cx="0" cy="821266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E2D3ACDF-5E51-48DE-8050-87366971D5AA}"/>
                    </a:ext>
                  </a:extLst>
                </p:cNvPr>
                <p:cNvSpPr txBox="1"/>
                <p:nvPr/>
              </p:nvSpPr>
              <p:spPr>
                <a:xfrm>
                  <a:off x="231730" y="940083"/>
                  <a:ext cx="79163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12 </a:t>
                  </a:r>
                  <a:r>
                    <a:rPr lang="fr-FR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regions</a:t>
                  </a:r>
                  <a:endParaRPr lang="fr-FR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43" name="Connecteur droit avec flèche 42">
                  <a:extLst>
                    <a:ext uri="{FF2B5EF4-FFF2-40B4-BE49-F238E27FC236}">
                      <a16:creationId xmlns:a16="http://schemas.microsoft.com/office/drawing/2014/main" id="{46455CAF-F801-4643-BB0E-28BC077376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3800" y="592667"/>
                  <a:ext cx="1659467" cy="0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69819F-8761-4D86-96A1-CF36AFE272B8}"/>
                    </a:ext>
                  </a:extLst>
                </p:cNvPr>
                <p:cNvSpPr txBox="1"/>
                <p:nvPr/>
              </p:nvSpPr>
              <p:spPr>
                <a:xfrm>
                  <a:off x="1525018" y="311793"/>
                  <a:ext cx="1143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9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fr-F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 fPC1</a:t>
                  </a:r>
                  <a:endParaRPr lang="fr-FR" sz="9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" name="Groupe 1">
                <a:extLst>
                  <a:ext uri="{FF2B5EF4-FFF2-40B4-BE49-F238E27FC236}">
                    <a16:creationId xmlns:a16="http://schemas.microsoft.com/office/drawing/2014/main" id="{E15AC3C4-F2BD-4AAE-8051-3253D6A9CC25}"/>
                  </a:ext>
                </a:extLst>
              </p:cNvPr>
              <p:cNvGrpSpPr/>
              <p:nvPr/>
            </p:nvGrpSpPr>
            <p:grpSpPr>
              <a:xfrm>
                <a:off x="3198285" y="355310"/>
                <a:ext cx="7730062" cy="5580709"/>
                <a:chOff x="3198285" y="355310"/>
                <a:chExt cx="7730062" cy="5580709"/>
              </a:xfrm>
            </p:grpSpPr>
            <p:grpSp>
              <p:nvGrpSpPr>
                <p:cNvPr id="13" name="Groupe 12">
                  <a:extLst>
                    <a:ext uri="{FF2B5EF4-FFF2-40B4-BE49-F238E27FC236}">
                      <a16:creationId xmlns:a16="http://schemas.microsoft.com/office/drawing/2014/main" id="{8FA7A248-7FC3-4B2D-92F7-169FBE8F2955}"/>
                    </a:ext>
                  </a:extLst>
                </p:cNvPr>
                <p:cNvGrpSpPr/>
                <p:nvPr/>
              </p:nvGrpSpPr>
              <p:grpSpPr>
                <a:xfrm>
                  <a:off x="7651747" y="4329002"/>
                  <a:ext cx="2912026" cy="1333622"/>
                  <a:chOff x="698499" y="343434"/>
                  <a:chExt cx="2912026" cy="1333622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A992EBD8-A7E1-44AD-8244-ED10E8F0F5D1}"/>
                      </a:ext>
                    </a:extLst>
                  </p:cNvPr>
                  <p:cNvSpPr/>
                  <p:nvPr/>
                </p:nvSpPr>
                <p:spPr>
                  <a:xfrm>
                    <a:off x="1642531" y="796523"/>
                    <a:ext cx="1659467" cy="880533"/>
                  </a:xfrm>
                  <a:prstGeom prst="rect">
                    <a:avLst/>
                  </a:prstGeom>
                  <a:solidFill>
                    <a:srgbClr val="A3A500"/>
                  </a:solidFill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sz="3200" dirty="0"/>
                      <a:t>AMC</a:t>
                    </a:r>
                  </a:p>
                </p:txBody>
              </p:sp>
              <p:cxnSp>
                <p:nvCxnSpPr>
                  <p:cNvPr id="6" name="Connecteur droit avec flèche 5">
                    <a:extLst>
                      <a:ext uri="{FF2B5EF4-FFF2-40B4-BE49-F238E27FC236}">
                        <a16:creationId xmlns:a16="http://schemas.microsoft.com/office/drawing/2014/main" id="{1CCE6BEB-83CF-4A23-892E-0D37934134D9}"/>
                      </a:ext>
                    </a:extLst>
                  </p:cNvPr>
                  <p:cNvCxnSpPr/>
                  <p:nvPr/>
                </p:nvCxnSpPr>
                <p:spPr>
                  <a:xfrm>
                    <a:off x="1509181" y="826156"/>
                    <a:ext cx="0" cy="821266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ZoneTexte 6">
                    <a:extLst>
                      <a:ext uri="{FF2B5EF4-FFF2-40B4-BE49-F238E27FC236}">
                        <a16:creationId xmlns:a16="http://schemas.microsoft.com/office/drawing/2014/main" id="{EB67AE6F-4EE1-48A0-979B-153EF4E1F202}"/>
                      </a:ext>
                    </a:extLst>
                  </p:cNvPr>
                  <p:cNvSpPr txBox="1"/>
                  <p:nvPr/>
                </p:nvSpPr>
                <p:spPr>
                  <a:xfrm>
                    <a:off x="698499" y="1146338"/>
                    <a:ext cx="817031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fr-FR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12 </a:t>
                    </a:r>
                    <a:r>
                      <a:rPr lang="fr-FR" sz="1400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regions</a:t>
                    </a:r>
                    <a:endParaRPr lang="fr-FR" sz="14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8" name="Connecteur droit avec flèche 7">
                    <a:extLst>
                      <a:ext uri="{FF2B5EF4-FFF2-40B4-BE49-F238E27FC236}">
                        <a16:creationId xmlns:a16="http://schemas.microsoft.com/office/drawing/2014/main" id="{F6841A1E-B5FD-421C-A88D-FBFFC87284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2531" y="639534"/>
                    <a:ext cx="1659467" cy="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" name="ZoneTexte 11">
                    <a:extLst>
                      <a:ext uri="{FF2B5EF4-FFF2-40B4-BE49-F238E27FC236}">
                        <a16:creationId xmlns:a16="http://schemas.microsoft.com/office/drawing/2014/main" id="{5A5AE3FC-E219-4516-97BF-34B08481C6E7}"/>
                      </a:ext>
                    </a:extLst>
                  </p:cNvPr>
                  <p:cNvSpPr txBox="1"/>
                  <p:nvPr/>
                </p:nvSpPr>
                <p:spPr>
                  <a:xfrm>
                    <a:off x="2053673" y="343434"/>
                    <a:ext cx="1556852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 2 fPC1</a:t>
                    </a:r>
                  </a:p>
                </p:txBody>
              </p:sp>
            </p:grpSp>
            <p:grpSp>
              <p:nvGrpSpPr>
                <p:cNvPr id="14" name="Groupe 13">
                  <a:extLst>
                    <a:ext uri="{FF2B5EF4-FFF2-40B4-BE49-F238E27FC236}">
                      <a16:creationId xmlns:a16="http://schemas.microsoft.com/office/drawing/2014/main" id="{01CD2FC3-B72C-406A-A028-AF99F36A7492}"/>
                    </a:ext>
                  </a:extLst>
                </p:cNvPr>
                <p:cNvGrpSpPr/>
                <p:nvPr/>
              </p:nvGrpSpPr>
              <p:grpSpPr>
                <a:xfrm>
                  <a:off x="3747518" y="355310"/>
                  <a:ext cx="3057565" cy="1300608"/>
                  <a:chOff x="246551" y="324992"/>
                  <a:chExt cx="3057565" cy="1300608"/>
                </a:xfrm>
              </p:grpSpPr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1A0C2064-6A4C-4691-9C1F-4AF6ECF3E904}"/>
                      </a:ext>
                    </a:extLst>
                  </p:cNvPr>
                  <p:cNvSpPr/>
                  <p:nvPr/>
                </p:nvSpPr>
                <p:spPr>
                  <a:xfrm>
                    <a:off x="1193800" y="745067"/>
                    <a:ext cx="1659466" cy="880533"/>
                  </a:xfrm>
                  <a:prstGeom prst="rect">
                    <a:avLst/>
                  </a:prstGeom>
                  <a:solidFill>
                    <a:srgbClr val="00B0F6"/>
                  </a:solidFill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sz="3200" dirty="0"/>
                      <a:t>Animals</a:t>
                    </a:r>
                  </a:p>
                </p:txBody>
              </p:sp>
              <p:cxnSp>
                <p:nvCxnSpPr>
                  <p:cNvPr id="16" name="Connecteur droit avec flèche 15">
                    <a:extLst>
                      <a:ext uri="{FF2B5EF4-FFF2-40B4-BE49-F238E27FC236}">
                        <a16:creationId xmlns:a16="http://schemas.microsoft.com/office/drawing/2014/main" id="{8DCCD066-A17B-4729-B96B-9B814A7F2EEE}"/>
                      </a:ext>
                    </a:extLst>
                  </p:cNvPr>
                  <p:cNvCxnSpPr/>
                  <p:nvPr/>
                </p:nvCxnSpPr>
                <p:spPr>
                  <a:xfrm>
                    <a:off x="1016000" y="745067"/>
                    <a:ext cx="0" cy="821266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" name="ZoneTexte 16">
                    <a:extLst>
                      <a:ext uri="{FF2B5EF4-FFF2-40B4-BE49-F238E27FC236}">
                        <a16:creationId xmlns:a16="http://schemas.microsoft.com/office/drawing/2014/main" id="{DF24B1BC-32B2-4473-8BDF-0E2AC86AA40D}"/>
                      </a:ext>
                    </a:extLst>
                  </p:cNvPr>
                  <p:cNvSpPr txBox="1"/>
                  <p:nvPr/>
                </p:nvSpPr>
                <p:spPr>
                  <a:xfrm>
                    <a:off x="246551" y="974823"/>
                    <a:ext cx="769449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fr-FR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12 </a:t>
                    </a:r>
                    <a:r>
                      <a:rPr lang="fr-FR" sz="1400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regions</a:t>
                    </a:r>
                    <a:endParaRPr lang="fr-FR" sz="14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18" name="Connecteur droit avec flèche 17">
                    <a:extLst>
                      <a:ext uri="{FF2B5EF4-FFF2-40B4-BE49-F238E27FC236}">
                        <a16:creationId xmlns:a16="http://schemas.microsoft.com/office/drawing/2014/main" id="{A9A21EDF-20DA-443C-B3BB-94EE1CBD5D7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193800" y="592667"/>
                    <a:ext cx="1659467" cy="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9" name="ZoneTexte 18">
                    <a:extLst>
                      <a:ext uri="{FF2B5EF4-FFF2-40B4-BE49-F238E27FC236}">
                        <a16:creationId xmlns:a16="http://schemas.microsoft.com/office/drawing/2014/main" id="{24F942E7-77C6-41D5-80C5-4A51D8C705B2}"/>
                      </a:ext>
                    </a:extLst>
                  </p:cNvPr>
                  <p:cNvSpPr txBox="1"/>
                  <p:nvPr/>
                </p:nvSpPr>
                <p:spPr>
                  <a:xfrm>
                    <a:off x="1386415" y="324992"/>
                    <a:ext cx="191770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</a:t>
                    </a:r>
                    <a:r>
                      <a:rPr lang="fr-FR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4 fPC1</a:t>
                    </a:r>
                    <a:endParaRPr lang="fr-FR" sz="9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33" name="Groupe 32">
                  <a:extLst>
                    <a:ext uri="{FF2B5EF4-FFF2-40B4-BE49-F238E27FC236}">
                      <a16:creationId xmlns:a16="http://schemas.microsoft.com/office/drawing/2014/main" id="{B744D23B-2E94-47F7-96A7-4BA7E6FB0089}"/>
                    </a:ext>
                  </a:extLst>
                </p:cNvPr>
                <p:cNvGrpSpPr/>
                <p:nvPr/>
              </p:nvGrpSpPr>
              <p:grpSpPr>
                <a:xfrm>
                  <a:off x="3358602" y="4587922"/>
                  <a:ext cx="3865579" cy="1348097"/>
                  <a:chOff x="-231265" y="277503"/>
                  <a:chExt cx="3865579" cy="1348097"/>
                </a:xfrm>
              </p:grpSpPr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E7ABEB32-5092-4FCF-BF63-D0B007B38D7B}"/>
                      </a:ext>
                    </a:extLst>
                  </p:cNvPr>
                  <p:cNvSpPr/>
                  <p:nvPr/>
                </p:nvSpPr>
                <p:spPr>
                  <a:xfrm>
                    <a:off x="863600" y="745067"/>
                    <a:ext cx="2770714" cy="880533"/>
                  </a:xfrm>
                  <a:prstGeom prst="rect">
                    <a:avLst/>
                  </a:prstGeom>
                  <a:solidFill>
                    <a:srgbClr val="00BF7D"/>
                  </a:solidFill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sz="3200" dirty="0"/>
                      <a:t>Environnement</a:t>
                    </a:r>
                  </a:p>
                </p:txBody>
              </p:sp>
              <p:cxnSp>
                <p:nvCxnSpPr>
                  <p:cNvPr id="35" name="Connecteur droit avec flèche 34">
                    <a:extLst>
                      <a:ext uri="{FF2B5EF4-FFF2-40B4-BE49-F238E27FC236}">
                        <a16:creationId xmlns:a16="http://schemas.microsoft.com/office/drawing/2014/main" id="{497DCD8A-A1A8-48BB-8426-10C4F231FD9E}"/>
                      </a:ext>
                    </a:extLst>
                  </p:cNvPr>
                  <p:cNvCxnSpPr/>
                  <p:nvPr/>
                </p:nvCxnSpPr>
                <p:spPr>
                  <a:xfrm>
                    <a:off x="635551" y="774700"/>
                    <a:ext cx="0" cy="821266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ZoneTexte 35">
                    <a:extLst>
                      <a:ext uri="{FF2B5EF4-FFF2-40B4-BE49-F238E27FC236}">
                        <a16:creationId xmlns:a16="http://schemas.microsoft.com/office/drawing/2014/main" id="{041529AD-512E-41E1-AC44-DD17CB7DDF2F}"/>
                      </a:ext>
                    </a:extLst>
                  </p:cNvPr>
                  <p:cNvSpPr txBox="1"/>
                  <p:nvPr/>
                </p:nvSpPr>
                <p:spPr>
                  <a:xfrm>
                    <a:off x="-231265" y="923723"/>
                    <a:ext cx="858349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fr-FR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12 </a:t>
                    </a:r>
                    <a:r>
                      <a:rPr lang="fr-FR" sz="1400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regions</a:t>
                    </a:r>
                    <a:endParaRPr lang="fr-FR" sz="14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37" name="Connecteur droit avec flèche 36">
                    <a:extLst>
                      <a:ext uri="{FF2B5EF4-FFF2-40B4-BE49-F238E27FC236}">
                        <a16:creationId xmlns:a16="http://schemas.microsoft.com/office/drawing/2014/main" id="{ECA53E8D-6A3F-421D-87CA-AAC798F82B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63600" y="592667"/>
                    <a:ext cx="2770714" cy="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" name="ZoneTexte 37">
                    <a:extLst>
                      <a:ext uri="{FF2B5EF4-FFF2-40B4-BE49-F238E27FC236}">
                        <a16:creationId xmlns:a16="http://schemas.microsoft.com/office/drawing/2014/main" id="{9ACF325C-B7E2-4AF5-968E-3C71B3EBB07D}"/>
                      </a:ext>
                    </a:extLst>
                  </p:cNvPr>
                  <p:cNvSpPr txBox="1"/>
                  <p:nvPr/>
                </p:nvSpPr>
                <p:spPr>
                  <a:xfrm>
                    <a:off x="1985474" y="277503"/>
                    <a:ext cx="1143000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</a:t>
                    </a:r>
                    <a:r>
                      <a:rPr lang="fr-FR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2 fPC1</a:t>
                    </a:r>
                    <a:endParaRPr lang="fr-FR" sz="9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55" name="Ellipse 54">
                  <a:extLst>
                    <a:ext uri="{FF2B5EF4-FFF2-40B4-BE49-F238E27FC236}">
                      <a16:creationId xmlns:a16="http://schemas.microsoft.com/office/drawing/2014/main" id="{74A41B7F-8B14-4868-99CF-8907F89937AE}"/>
                    </a:ext>
                  </a:extLst>
                </p:cNvPr>
                <p:cNvSpPr/>
                <p:nvPr/>
              </p:nvSpPr>
              <p:spPr>
                <a:xfrm>
                  <a:off x="5202767" y="2152553"/>
                  <a:ext cx="643466" cy="558798"/>
                </a:xfrm>
                <a:prstGeom prst="ellipse">
                  <a:avLst/>
                </a:prstGeom>
                <a:solidFill>
                  <a:schemeClr val="bg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28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fr-FR" sz="2800" baseline="-25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56" name="Ellipse 55">
                  <a:extLst>
                    <a:ext uri="{FF2B5EF4-FFF2-40B4-BE49-F238E27FC236}">
                      <a16:creationId xmlns:a16="http://schemas.microsoft.com/office/drawing/2014/main" id="{89B56BEC-32A7-401A-9A46-9877A785C0F8}"/>
                    </a:ext>
                  </a:extLst>
                </p:cNvPr>
                <p:cNvSpPr/>
                <p:nvPr/>
              </p:nvSpPr>
              <p:spPr>
                <a:xfrm>
                  <a:off x="3198285" y="3076302"/>
                  <a:ext cx="643466" cy="558798"/>
                </a:xfrm>
                <a:prstGeom prst="ellipse">
                  <a:avLst/>
                </a:prstGeom>
                <a:solidFill>
                  <a:schemeClr val="bg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28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fr-FR" sz="2800" baseline="-250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grpSp>
              <p:nvGrpSpPr>
                <p:cNvPr id="60" name="Groupe 59">
                  <a:extLst>
                    <a:ext uri="{FF2B5EF4-FFF2-40B4-BE49-F238E27FC236}">
                      <a16:creationId xmlns:a16="http://schemas.microsoft.com/office/drawing/2014/main" id="{FDCA1811-6CFC-4654-8487-35124C8C3764}"/>
                    </a:ext>
                  </a:extLst>
                </p:cNvPr>
                <p:cNvGrpSpPr/>
                <p:nvPr/>
              </p:nvGrpSpPr>
              <p:grpSpPr>
                <a:xfrm>
                  <a:off x="9059332" y="1632143"/>
                  <a:ext cx="1869015" cy="1344248"/>
                  <a:chOff x="289985" y="281352"/>
                  <a:chExt cx="1869015" cy="1344248"/>
                </a:xfrm>
              </p:grpSpPr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37E09C4B-2FA3-4D73-A1BA-DC779677F558}"/>
                      </a:ext>
                    </a:extLst>
                  </p:cNvPr>
                  <p:cNvSpPr/>
                  <p:nvPr/>
                </p:nvSpPr>
                <p:spPr>
                  <a:xfrm>
                    <a:off x="1193800" y="745067"/>
                    <a:ext cx="529167" cy="880533"/>
                  </a:xfrm>
                  <a:prstGeom prst="rect">
                    <a:avLst/>
                  </a:prstGeom>
                  <a:solidFill>
                    <a:srgbClr val="F8766D"/>
                  </a:solidFill>
                  <a:ln/>
                </p:spPr>
                <p:style>
                  <a:lnRef idx="2">
                    <a:schemeClr val="accent2"/>
                  </a:lnRef>
                  <a:fillRef idx="1">
                    <a:schemeClr val="lt1"/>
                  </a:fillRef>
                  <a:effectRef idx="0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sz="3200" dirty="0"/>
                      <a:t>Y</a:t>
                    </a:r>
                  </a:p>
                </p:txBody>
              </p:sp>
              <p:cxnSp>
                <p:nvCxnSpPr>
                  <p:cNvPr id="62" name="Connecteur droit avec flèche 61">
                    <a:extLst>
                      <a:ext uri="{FF2B5EF4-FFF2-40B4-BE49-F238E27FC236}">
                        <a16:creationId xmlns:a16="http://schemas.microsoft.com/office/drawing/2014/main" id="{E12D763A-03B0-440C-A97F-B619A2E669E6}"/>
                      </a:ext>
                    </a:extLst>
                  </p:cNvPr>
                  <p:cNvCxnSpPr/>
                  <p:nvPr/>
                </p:nvCxnSpPr>
                <p:spPr>
                  <a:xfrm>
                    <a:off x="1016000" y="745067"/>
                    <a:ext cx="0" cy="821266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3" name="ZoneTexte 62">
                    <a:extLst>
                      <a:ext uri="{FF2B5EF4-FFF2-40B4-BE49-F238E27FC236}">
                        <a16:creationId xmlns:a16="http://schemas.microsoft.com/office/drawing/2014/main" id="{967EAD35-89EE-4B20-AD20-08F5793FF116}"/>
                      </a:ext>
                    </a:extLst>
                  </p:cNvPr>
                  <p:cNvSpPr txBox="1"/>
                  <p:nvPr/>
                </p:nvSpPr>
                <p:spPr>
                  <a:xfrm>
                    <a:off x="289985" y="872591"/>
                    <a:ext cx="81491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fr-FR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12 </a:t>
                    </a:r>
                    <a:r>
                      <a:rPr lang="fr-FR" sz="1400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regions</a:t>
                    </a:r>
                    <a:endParaRPr lang="fr-FR" sz="9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64" name="Connecteur droit avec flèche 63">
                    <a:extLst>
                      <a:ext uri="{FF2B5EF4-FFF2-40B4-BE49-F238E27FC236}">
                        <a16:creationId xmlns:a16="http://schemas.microsoft.com/office/drawing/2014/main" id="{EE032EF4-A1DC-4DAF-A752-EFFBCF8E51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193800" y="592667"/>
                    <a:ext cx="529167" cy="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5" name="ZoneTexte 64">
                    <a:extLst>
                      <a:ext uri="{FF2B5EF4-FFF2-40B4-BE49-F238E27FC236}">
                        <a16:creationId xmlns:a16="http://schemas.microsoft.com/office/drawing/2014/main" id="{489AD634-96B9-4903-B1A4-7391D77279AC}"/>
                      </a:ext>
                    </a:extLst>
                  </p:cNvPr>
                  <p:cNvSpPr txBox="1"/>
                  <p:nvPr/>
                </p:nvSpPr>
                <p:spPr>
                  <a:xfrm>
                    <a:off x="1016000" y="281352"/>
                    <a:ext cx="1143000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</a:t>
                    </a:r>
                    <a:r>
                      <a:rPr lang="fr-FR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1 fPC1</a:t>
                    </a:r>
                    <a:endParaRPr lang="fr-FR" sz="9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83" name="Ellipse 82">
                  <a:extLst>
                    <a:ext uri="{FF2B5EF4-FFF2-40B4-BE49-F238E27FC236}">
                      <a16:creationId xmlns:a16="http://schemas.microsoft.com/office/drawing/2014/main" id="{C1842BC6-A26B-41CC-9940-91F9885286AD}"/>
                    </a:ext>
                  </a:extLst>
                </p:cNvPr>
                <p:cNvSpPr/>
                <p:nvPr/>
              </p:nvSpPr>
              <p:spPr>
                <a:xfrm>
                  <a:off x="5202767" y="3939906"/>
                  <a:ext cx="643466" cy="558798"/>
                </a:xfrm>
                <a:prstGeom prst="ellipse">
                  <a:avLst/>
                </a:prstGeom>
                <a:solidFill>
                  <a:schemeClr val="bg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28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fr-FR" sz="2800" baseline="-250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86" name="Ellipse 85">
                  <a:extLst>
                    <a:ext uri="{FF2B5EF4-FFF2-40B4-BE49-F238E27FC236}">
                      <a16:creationId xmlns:a16="http://schemas.microsoft.com/office/drawing/2014/main" id="{A614A312-4AE6-4A69-8B72-B20545BF2321}"/>
                    </a:ext>
                  </a:extLst>
                </p:cNvPr>
                <p:cNvSpPr/>
                <p:nvPr/>
              </p:nvSpPr>
              <p:spPr>
                <a:xfrm>
                  <a:off x="8147048" y="3465767"/>
                  <a:ext cx="643466" cy="558798"/>
                </a:xfrm>
                <a:prstGeom prst="ellipse">
                  <a:avLst/>
                </a:prstGeom>
                <a:solidFill>
                  <a:schemeClr val="bg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28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fr-FR" sz="2800" baseline="-250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cxnSp>
              <p:nvCxnSpPr>
                <p:cNvPr id="101" name="Connecteur droit avec flèche 100">
                  <a:extLst>
                    <a:ext uri="{FF2B5EF4-FFF2-40B4-BE49-F238E27FC236}">
                      <a16:creationId xmlns:a16="http://schemas.microsoft.com/office/drawing/2014/main" id="{6D6723AA-2943-4961-9FD5-220254AAEDD0}"/>
                    </a:ext>
                  </a:extLst>
                </p:cNvPr>
                <p:cNvCxnSpPr>
                  <a:cxnSpLocks/>
                  <a:stCxn id="56" idx="6"/>
                  <a:endCxn id="86" idx="2"/>
                </p:cNvCxnSpPr>
                <p:nvPr/>
              </p:nvCxnSpPr>
              <p:spPr>
                <a:xfrm>
                  <a:off x="3841751" y="3355701"/>
                  <a:ext cx="4305297" cy="3894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Connecteur droit avec flèche 103">
                  <a:extLst>
                    <a:ext uri="{FF2B5EF4-FFF2-40B4-BE49-F238E27FC236}">
                      <a16:creationId xmlns:a16="http://schemas.microsoft.com/office/drawing/2014/main" id="{4F173E60-0876-487C-A09D-58F4FD00B860}"/>
                    </a:ext>
                  </a:extLst>
                </p:cNvPr>
                <p:cNvCxnSpPr>
                  <a:cxnSpLocks/>
                  <a:stCxn id="83" idx="6"/>
                  <a:endCxn id="86" idx="3"/>
                </p:cNvCxnSpPr>
                <p:nvPr/>
              </p:nvCxnSpPr>
              <p:spPr>
                <a:xfrm flipV="1">
                  <a:off x="5846233" y="3942731"/>
                  <a:ext cx="2395048" cy="27657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Connecteur droit avec flèche 104">
                  <a:extLst>
                    <a:ext uri="{FF2B5EF4-FFF2-40B4-BE49-F238E27FC236}">
                      <a16:creationId xmlns:a16="http://schemas.microsoft.com/office/drawing/2014/main" id="{535EA614-6159-464F-AC2B-AFB341605941}"/>
                    </a:ext>
                  </a:extLst>
                </p:cNvPr>
                <p:cNvCxnSpPr>
                  <a:cxnSpLocks/>
                  <a:stCxn id="86" idx="0"/>
                  <a:endCxn id="112" idx="4"/>
                </p:cNvCxnSpPr>
                <p:nvPr/>
              </p:nvCxnSpPr>
              <p:spPr>
                <a:xfrm flipV="1">
                  <a:off x="8468781" y="2777001"/>
                  <a:ext cx="249766" cy="68876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12" name="Ellipse 111">
                  <a:extLst>
                    <a:ext uri="{FF2B5EF4-FFF2-40B4-BE49-F238E27FC236}">
                      <a16:creationId xmlns:a16="http://schemas.microsoft.com/office/drawing/2014/main" id="{493842CD-0665-4A27-9432-1B5D4CD35AA8}"/>
                    </a:ext>
                  </a:extLst>
                </p:cNvPr>
                <p:cNvSpPr/>
                <p:nvPr/>
              </p:nvSpPr>
              <p:spPr>
                <a:xfrm>
                  <a:off x="8396814" y="2218203"/>
                  <a:ext cx="643466" cy="558798"/>
                </a:xfrm>
                <a:prstGeom prst="ellipse">
                  <a:avLst/>
                </a:prstGeom>
                <a:solidFill>
                  <a:schemeClr val="bg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2800" dirty="0" err="1">
                      <a:solidFill>
                        <a:schemeClr val="tx1"/>
                      </a:solidFill>
                    </a:rPr>
                    <a:t>t</a:t>
                  </a:r>
                  <a:r>
                    <a:rPr lang="fr-FR" sz="2800" baseline="-25000" dirty="0" err="1">
                      <a:solidFill>
                        <a:schemeClr val="tx1"/>
                      </a:solidFill>
                    </a:rPr>
                    <a:t>y</a:t>
                  </a:r>
                  <a:endParaRPr lang="fr-FR" sz="2800" baseline="-2500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115" name="Connecteur droit avec flèche 114">
                  <a:extLst>
                    <a:ext uri="{FF2B5EF4-FFF2-40B4-BE49-F238E27FC236}">
                      <a16:creationId xmlns:a16="http://schemas.microsoft.com/office/drawing/2014/main" id="{C55FE631-DE36-4001-953D-547F103476B8}"/>
                    </a:ext>
                  </a:extLst>
                </p:cNvPr>
                <p:cNvCxnSpPr>
                  <a:cxnSpLocks/>
                  <a:stCxn id="55" idx="7"/>
                  <a:endCxn id="112" idx="2"/>
                </p:cNvCxnSpPr>
                <p:nvPr/>
              </p:nvCxnSpPr>
              <p:spPr>
                <a:xfrm>
                  <a:off x="5752000" y="2234387"/>
                  <a:ext cx="2644814" cy="26321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Connecteur droit avec flèche 118">
                  <a:extLst>
                    <a:ext uri="{FF2B5EF4-FFF2-40B4-BE49-F238E27FC236}">
                      <a16:creationId xmlns:a16="http://schemas.microsoft.com/office/drawing/2014/main" id="{22B5DE84-1C10-45BC-BAEB-F2A2D97E6B8A}"/>
                    </a:ext>
                  </a:extLst>
                </p:cNvPr>
                <p:cNvCxnSpPr>
                  <a:cxnSpLocks/>
                  <a:stCxn id="56" idx="6"/>
                </p:cNvCxnSpPr>
                <p:nvPr/>
              </p:nvCxnSpPr>
              <p:spPr>
                <a:xfrm flipV="1">
                  <a:off x="3841751" y="2692227"/>
                  <a:ext cx="4654546" cy="66347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Connecteur droit avec flèche 121">
                  <a:extLst>
                    <a:ext uri="{FF2B5EF4-FFF2-40B4-BE49-F238E27FC236}">
                      <a16:creationId xmlns:a16="http://schemas.microsoft.com/office/drawing/2014/main" id="{6A96B123-4EE6-4AEA-9FBE-4ACC354255C2}"/>
                    </a:ext>
                  </a:extLst>
                </p:cNvPr>
                <p:cNvCxnSpPr>
                  <a:cxnSpLocks/>
                  <a:stCxn id="83" idx="7"/>
                  <a:endCxn id="112" idx="3"/>
                </p:cNvCxnSpPr>
                <p:nvPr/>
              </p:nvCxnSpPr>
              <p:spPr>
                <a:xfrm flipV="1">
                  <a:off x="5752000" y="2695167"/>
                  <a:ext cx="2739047" cy="132657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F3837C4B-EF0F-4E06-82E7-4ECCC3ED23F7}"/>
                </a:ext>
              </a:extLst>
            </p:cNvPr>
            <p:cNvCxnSpPr>
              <a:stCxn id="56" idx="0"/>
              <a:endCxn id="55" idx="2"/>
            </p:cNvCxnSpPr>
            <p:nvPr/>
          </p:nvCxnSpPr>
          <p:spPr>
            <a:xfrm flipV="1">
              <a:off x="3520018" y="2431952"/>
              <a:ext cx="1682749" cy="6443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eur droit avec flèche 19">
              <a:extLst>
                <a:ext uri="{FF2B5EF4-FFF2-40B4-BE49-F238E27FC236}">
                  <a16:creationId xmlns:a16="http://schemas.microsoft.com/office/drawing/2014/main" id="{C76F8430-8FE8-4A8E-B9E3-55CC544E2A39}"/>
                </a:ext>
              </a:extLst>
            </p:cNvPr>
            <p:cNvCxnSpPr>
              <a:stCxn id="55" idx="3"/>
              <a:endCxn id="56" idx="7"/>
            </p:cNvCxnSpPr>
            <p:nvPr/>
          </p:nvCxnSpPr>
          <p:spPr>
            <a:xfrm flipH="1">
              <a:off x="3747518" y="2629517"/>
              <a:ext cx="1549482" cy="5286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336756FC-FCB2-4490-8690-356296E3CF66}"/>
                </a:ext>
              </a:extLst>
            </p:cNvPr>
            <p:cNvCxnSpPr>
              <a:stCxn id="55" idx="4"/>
              <a:endCxn id="83" idx="0"/>
            </p:cNvCxnSpPr>
            <p:nvPr/>
          </p:nvCxnSpPr>
          <p:spPr>
            <a:xfrm>
              <a:off x="5524500" y="2711351"/>
              <a:ext cx="0" cy="12285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8A228844-DE5E-43D8-A7DE-DF032FAA7F41}"/>
                </a:ext>
              </a:extLst>
            </p:cNvPr>
            <p:cNvCxnSpPr>
              <a:stCxn id="83" idx="1"/>
              <a:endCxn id="55" idx="3"/>
            </p:cNvCxnSpPr>
            <p:nvPr/>
          </p:nvCxnSpPr>
          <p:spPr>
            <a:xfrm flipV="1">
              <a:off x="5297000" y="2629517"/>
              <a:ext cx="0" cy="13922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45A9A7C0-CABE-4D22-8DA2-F0ACEDBFA7DA}"/>
                </a:ext>
              </a:extLst>
            </p:cNvPr>
            <p:cNvCxnSpPr>
              <a:stCxn id="56" idx="5"/>
              <a:endCxn id="83" idx="2"/>
            </p:cNvCxnSpPr>
            <p:nvPr/>
          </p:nvCxnSpPr>
          <p:spPr>
            <a:xfrm>
              <a:off x="3747518" y="3553266"/>
              <a:ext cx="1455249" cy="6660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Connecteur droit avec flèche 27">
              <a:extLst>
                <a:ext uri="{FF2B5EF4-FFF2-40B4-BE49-F238E27FC236}">
                  <a16:creationId xmlns:a16="http://schemas.microsoft.com/office/drawing/2014/main" id="{CB2B12AE-421E-43AA-994C-1B3B6B2A93F2}"/>
                </a:ext>
              </a:extLst>
            </p:cNvPr>
            <p:cNvCxnSpPr>
              <a:stCxn id="83" idx="1"/>
              <a:endCxn id="56" idx="6"/>
            </p:cNvCxnSpPr>
            <p:nvPr/>
          </p:nvCxnSpPr>
          <p:spPr>
            <a:xfrm flipH="1" flipV="1">
              <a:off x="3841751" y="3355701"/>
              <a:ext cx="1455249" cy="6660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eur droit avec flèche 45">
              <a:extLst>
                <a:ext uri="{FF2B5EF4-FFF2-40B4-BE49-F238E27FC236}">
                  <a16:creationId xmlns:a16="http://schemas.microsoft.com/office/drawing/2014/main" id="{86F673A2-3DC1-4D60-83AE-D0293555EF0B}"/>
                </a:ext>
              </a:extLst>
            </p:cNvPr>
            <p:cNvCxnSpPr>
              <a:endCxn id="56" idx="3"/>
            </p:cNvCxnSpPr>
            <p:nvPr/>
          </p:nvCxnSpPr>
          <p:spPr>
            <a:xfrm flipV="1">
              <a:off x="2688167" y="3553266"/>
              <a:ext cx="604351" cy="81834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8CBD54D4-0B9A-4B76-8180-AE1ECF8F08A5}"/>
                </a:ext>
              </a:extLst>
            </p:cNvPr>
            <p:cNvCxnSpPr>
              <a:stCxn id="15" idx="2"/>
              <a:endCxn id="55" idx="0"/>
            </p:cNvCxnSpPr>
            <p:nvPr/>
          </p:nvCxnSpPr>
          <p:spPr>
            <a:xfrm>
              <a:off x="5524500" y="1655918"/>
              <a:ext cx="0" cy="496635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Connecteur droit avec flèche 72">
              <a:extLst>
                <a:ext uri="{FF2B5EF4-FFF2-40B4-BE49-F238E27FC236}">
                  <a16:creationId xmlns:a16="http://schemas.microsoft.com/office/drawing/2014/main" id="{F2DAB3C4-02AE-4CFA-8AD2-53CCA6EB1DF9}"/>
                </a:ext>
              </a:extLst>
            </p:cNvPr>
            <p:cNvCxnSpPr>
              <a:cxnSpLocks/>
              <a:endCxn id="83" idx="4"/>
            </p:cNvCxnSpPr>
            <p:nvPr/>
          </p:nvCxnSpPr>
          <p:spPr>
            <a:xfrm flipV="1">
              <a:off x="5524500" y="4498704"/>
              <a:ext cx="0" cy="556782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A1435939-3328-4DAD-A42D-9312EA26A3DE}"/>
                </a:ext>
              </a:extLst>
            </p:cNvPr>
            <p:cNvCxnSpPr>
              <a:cxnSpLocks/>
              <a:endCxn id="86" idx="5"/>
            </p:cNvCxnSpPr>
            <p:nvPr/>
          </p:nvCxnSpPr>
          <p:spPr>
            <a:xfrm flipH="1" flipV="1">
              <a:off x="8696281" y="3942731"/>
              <a:ext cx="595374" cy="828334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eur droit avec flèche 77">
              <a:extLst>
                <a:ext uri="{FF2B5EF4-FFF2-40B4-BE49-F238E27FC236}">
                  <a16:creationId xmlns:a16="http://schemas.microsoft.com/office/drawing/2014/main" id="{4D494EB8-6042-43DD-A77E-3C256D26FF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8941" y="2234387"/>
              <a:ext cx="1074206" cy="25733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16431977-C88A-450D-B61D-A1A2478D7E57}"/>
                </a:ext>
              </a:extLst>
            </p:cNvPr>
            <p:cNvCxnSpPr>
              <a:stCxn id="56" idx="1"/>
            </p:cNvCxnSpPr>
            <p:nvPr/>
          </p:nvCxnSpPr>
          <p:spPr>
            <a:xfrm flipH="1">
              <a:off x="2688167" y="3158136"/>
              <a:ext cx="604351" cy="0"/>
            </a:xfrm>
            <a:prstGeom prst="straightConnector1">
              <a:avLst/>
            </a:prstGeom>
            <a:ln w="6350"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Connecteur droit avec flèche 83">
              <a:extLst>
                <a:ext uri="{FF2B5EF4-FFF2-40B4-BE49-F238E27FC236}">
                  <a16:creationId xmlns:a16="http://schemas.microsoft.com/office/drawing/2014/main" id="{4B6E22DC-37D1-4F2D-9CC4-89B7AEAFE219}"/>
                </a:ext>
              </a:extLst>
            </p:cNvPr>
            <p:cNvCxnSpPr>
              <a:cxnSpLocks/>
              <a:stCxn id="55" idx="1"/>
            </p:cNvCxnSpPr>
            <p:nvPr/>
          </p:nvCxnSpPr>
          <p:spPr>
            <a:xfrm flipV="1">
              <a:off x="5297000" y="1655885"/>
              <a:ext cx="4234" cy="578502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Connecteur droit avec flèche 87">
              <a:extLst>
                <a:ext uri="{FF2B5EF4-FFF2-40B4-BE49-F238E27FC236}">
                  <a16:creationId xmlns:a16="http://schemas.microsoft.com/office/drawing/2014/main" id="{F874736B-50E5-4E86-ACFD-372680EF6D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97000" y="4428136"/>
              <a:ext cx="1" cy="627350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eur droit avec flèche 91">
              <a:extLst>
                <a:ext uri="{FF2B5EF4-FFF2-40B4-BE49-F238E27FC236}">
                  <a16:creationId xmlns:a16="http://schemas.microsoft.com/office/drawing/2014/main" id="{5E5935FA-017F-4934-8362-7E47777E5A90}"/>
                </a:ext>
              </a:extLst>
            </p:cNvPr>
            <p:cNvCxnSpPr>
              <a:cxnSpLocks/>
              <a:stCxn id="86" idx="4"/>
            </p:cNvCxnSpPr>
            <p:nvPr/>
          </p:nvCxnSpPr>
          <p:spPr>
            <a:xfrm>
              <a:off x="8468781" y="4024565"/>
              <a:ext cx="644608" cy="787159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Connecteur droit avec flèche 93">
              <a:extLst>
                <a:ext uri="{FF2B5EF4-FFF2-40B4-BE49-F238E27FC236}">
                  <a16:creationId xmlns:a16="http://schemas.microsoft.com/office/drawing/2014/main" id="{5F774878-6F6A-4CEE-B40C-E2E8A627E39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83" y="2594615"/>
              <a:ext cx="936663" cy="224303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35B23C92-DD05-4CA3-8F12-C7B6EDDB167A}"/>
                </a:ext>
              </a:extLst>
            </p:cNvPr>
            <p:cNvCxnSpPr>
              <a:cxnSpLocks/>
            </p:cNvCxnSpPr>
            <p:nvPr/>
          </p:nvCxnSpPr>
          <p:spPr>
            <a:xfrm>
              <a:off x="1028700" y="5547817"/>
              <a:ext cx="331219" cy="0"/>
            </a:xfrm>
            <a:prstGeom prst="straightConnector1">
              <a:avLst/>
            </a:prstGeom>
            <a:ln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88CBC489-3E89-4963-B0E9-64437D82B1C2}"/>
                    </a:ext>
                  </a:extLst>
                </p:cNvPr>
                <p:cNvSpPr txBox="1"/>
                <p:nvPr/>
              </p:nvSpPr>
              <p:spPr>
                <a:xfrm>
                  <a:off x="1407008" y="5363151"/>
                  <a:ext cx="13245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/>
                    <a:t>Loadings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a14:m>
                  <a:endParaRPr lang="fr-FR" dirty="0"/>
                </a:p>
              </p:txBody>
            </p:sp>
          </mc:Choice>
          <mc:Fallback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88CBC489-3E89-4963-B0E9-64437D82B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7008" y="5363151"/>
                  <a:ext cx="1324507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4147" t="-10000" b="-2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2761E1D8-A02B-407C-9FFC-5E5C879C3A57}"/>
                </a:ext>
              </a:extLst>
            </p:cNvPr>
            <p:cNvCxnSpPr>
              <a:cxnSpLocks/>
            </p:cNvCxnSpPr>
            <p:nvPr/>
          </p:nvCxnSpPr>
          <p:spPr>
            <a:xfrm>
              <a:off x="1028700" y="5890337"/>
              <a:ext cx="331218" cy="0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2" name="ZoneTexte 101">
                  <a:extLst>
                    <a:ext uri="{FF2B5EF4-FFF2-40B4-BE49-F238E27FC236}">
                      <a16:creationId xmlns:a16="http://schemas.microsoft.com/office/drawing/2014/main" id="{C9F9395C-EB19-4FCC-8548-0AD8673E365B}"/>
                    </a:ext>
                  </a:extLst>
                </p:cNvPr>
                <p:cNvSpPr txBox="1"/>
                <p:nvPr/>
              </p:nvSpPr>
              <p:spPr>
                <a:xfrm>
                  <a:off x="1398541" y="5705671"/>
                  <a:ext cx="13245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/>
                    <a:t>Weight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a14:m>
                  <a:endParaRPr lang="fr-FR" dirty="0"/>
                </a:p>
              </p:txBody>
            </p:sp>
          </mc:Choice>
          <mc:Fallback>
            <p:sp>
              <p:nvSpPr>
                <p:cNvPr id="102" name="ZoneTexte 101">
                  <a:extLst>
                    <a:ext uri="{FF2B5EF4-FFF2-40B4-BE49-F238E27FC236}">
                      <a16:creationId xmlns:a16="http://schemas.microsoft.com/office/drawing/2014/main" id="{C9F9395C-EB19-4FCC-8548-0AD8673E3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8541" y="5705671"/>
                  <a:ext cx="1324507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670" t="-9836" b="-2459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Connecteur droit avec flèche 102">
              <a:extLst>
                <a:ext uri="{FF2B5EF4-FFF2-40B4-BE49-F238E27FC236}">
                  <a16:creationId xmlns:a16="http://schemas.microsoft.com/office/drawing/2014/main" id="{BCD3604B-B2FE-45B7-948D-D925E12F63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8700" y="6232857"/>
              <a:ext cx="331218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ZoneTexte 109">
                  <a:extLst>
                    <a:ext uri="{FF2B5EF4-FFF2-40B4-BE49-F238E27FC236}">
                      <a16:creationId xmlns:a16="http://schemas.microsoft.com/office/drawing/2014/main" id="{1150510F-1416-40E4-8413-11C4D9989D93}"/>
                    </a:ext>
                  </a:extLst>
                </p:cNvPr>
                <p:cNvSpPr txBox="1"/>
                <p:nvPr/>
              </p:nvSpPr>
              <p:spPr>
                <a:xfrm>
                  <a:off x="1407008" y="6032648"/>
                  <a:ext cx="21130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/>
                    <a:t>Path coefficients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a14:m>
                  <a:endParaRPr lang="fr-FR" dirty="0"/>
                </a:p>
              </p:txBody>
            </p:sp>
          </mc:Choice>
          <mc:Fallback>
            <p:sp>
              <p:nvSpPr>
                <p:cNvPr id="110" name="ZoneTexte 109">
                  <a:extLst>
                    <a:ext uri="{FF2B5EF4-FFF2-40B4-BE49-F238E27FC236}">
                      <a16:creationId xmlns:a16="http://schemas.microsoft.com/office/drawing/2014/main" id="{1150510F-1416-40E4-8413-11C4D9989D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7008" y="6032648"/>
                  <a:ext cx="211301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601" t="-10000" b="-2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796246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82</Words>
  <Application>Microsoft Office PowerPoint</Application>
  <PresentationFormat>Grand écran</PresentationFormat>
  <Paragraphs>43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Thème Office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MARTET Gaspard</dc:creator>
  <cp:lastModifiedBy>MARTET Gaspard</cp:lastModifiedBy>
  <cp:revision>19</cp:revision>
  <dcterms:created xsi:type="dcterms:W3CDTF">2026-05-05T14:05:34Z</dcterms:created>
  <dcterms:modified xsi:type="dcterms:W3CDTF">2026-08-04T10:15:32Z</dcterms:modified>
</cp:coreProperties>
</file>