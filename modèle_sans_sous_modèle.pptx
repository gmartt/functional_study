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30FAB-0257-40B8-9E83-6FD1381C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D3B3D3-3AA1-467C-812D-BFA8254C1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2051D2-4353-45B2-A735-6BF027A1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C81DCB-6990-4DEB-B952-F2031548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59A113-DD4D-4AC8-974C-4C906A2B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25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DE5BF-A080-4BDA-AE6A-41C35DEA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6D3331-5DD0-4C93-B588-2CD0423E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7F3A0-9ADA-445A-BE3F-10D0FA60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943223-FA60-4BD1-B086-045D0845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BF25F-AA16-4F09-A203-520C9DC1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56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A62C1-3C3F-4601-9EB4-54833ADC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5ABAAF-A867-43A5-8E49-955A6A279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302A7-12E1-4241-95C4-120437B5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D0C48-8308-40DB-998A-AE80FCEA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1C89AA-6697-42DD-8AE6-A594E647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8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4EED1-A7F0-4CFC-BEC8-EB743296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BBDD6-43C5-41F5-B605-D93F8CCF2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F5B6E1-8FA0-4459-B16F-5DB3499EB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46EF3A-88BF-4CC5-94C2-35F4C1D1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236898-81B8-4A3F-BD84-A68838B5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2AC67-3DAD-4F08-BE32-51457964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4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0E52A-80FC-49F2-9465-792CBB72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11A14-86CA-42DA-9637-6FBE0F42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99B648-832B-41AF-8EA1-3A435E53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5C154C-3BD8-4195-BB3A-AEB624424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CA158D-2E43-45ED-A208-77EC30647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35505B-3A59-402A-9B07-843C7995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B135E-567C-4249-BD88-3674091C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08C70D-82E7-4FD1-8BAA-F837B357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1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AE90-61C9-4BCA-B365-0BFFD612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9ED2F3-DA5A-40A9-B83C-9EBF2FB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23131B-32E8-452D-902D-C10841FF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2F2C5-8993-4273-B196-8C97EA11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68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376DC6-F893-4B7E-9220-97BC73B5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96D4BA-A49E-43E9-92D3-0BA92127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4D51BA-FB78-4FD9-A4B9-911AFDB1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2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4AB1C-1F20-4D34-B294-0B2C5968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12896-7430-416D-B501-73E1F1F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ADA73-732F-4FE0-8FB0-6C88664BF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6306E6-52CE-4A29-BAF9-EA1F7D88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DE458-DB61-4BFA-BA4A-C4C41C2D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01A7D-05B7-4A93-81FA-559DA185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9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BDF18-A707-493B-AB3D-44375519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01C2EF-AC56-4686-B109-FEF32C76D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6C540C-4F52-4164-8D42-2094D583E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092E5D-1C00-4593-A773-72A5D38C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A3B1D1-AB96-40E0-A24C-97A65073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F49BEE-34B0-4AF4-A352-8BEE5A0D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5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918DD-97E3-4849-85B9-2F341409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2C737D-B001-4EAF-B1A2-80C30F87B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8438-BA52-45B8-A6D2-EDCEEF2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6A520-D4CF-4515-B831-982C15CF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DDD85-87FF-4C33-8D44-35C4D380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A36579-3E41-43EA-BB60-C807CCB3B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74C48-C0A4-42B7-8969-002DE8617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6904A-283A-420E-B3FA-FF6CB92E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94C9A1-81C3-4EEC-9A9F-E41871BC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B640F-D785-4A4E-9AA8-3EEAD5AF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1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F920C1-5D6B-4C9F-907F-B6F90D6B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58F7BE-601D-4506-B34A-DC0C4EF8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DFC2D-85D1-44DE-9F1A-8983D1F0A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C79C5-3CC8-4373-907F-2E1F47B9C95B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4574D-0C93-422F-A9EA-62D6C807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A75B9B-6EF2-412A-B1C6-DD2B2F462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99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8FA7A248-7FC3-4B2D-92F7-169FBE8F2955}"/>
              </a:ext>
            </a:extLst>
          </p:cNvPr>
          <p:cNvGrpSpPr/>
          <p:nvPr/>
        </p:nvGrpSpPr>
        <p:grpSpPr>
          <a:xfrm>
            <a:off x="7224182" y="4353639"/>
            <a:ext cx="2582333" cy="1257529"/>
            <a:chOff x="270934" y="368071"/>
            <a:chExt cx="2582333" cy="12575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92EBD8-A7E1-44AD-8244-ED10E8F0F5D1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AMC</a:t>
              </a:r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CCE6BEB-83CF-4A23-892E-0D37934134D9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B67AE6F-4EE1-48A0-979B-153EF4E1F202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F6841A1E-B5FD-421C-A88D-FBFFC872847E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A5AE3FC-E219-4516-97BF-34B08481C6E7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3 variables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1CD2FC3-B72C-406A-A028-AF99F36A7492}"/>
              </a:ext>
            </a:extLst>
          </p:cNvPr>
          <p:cNvGrpSpPr/>
          <p:nvPr/>
        </p:nvGrpSpPr>
        <p:grpSpPr>
          <a:xfrm>
            <a:off x="3771901" y="398389"/>
            <a:ext cx="2582333" cy="1257529"/>
            <a:chOff x="270934" y="368071"/>
            <a:chExt cx="2582333" cy="12575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0C2064-6A4C-4691-9C1F-4AF6ECF3E904}"/>
                </a:ext>
              </a:extLst>
            </p:cNvPr>
            <p:cNvSpPr/>
            <p:nvPr/>
          </p:nvSpPr>
          <p:spPr>
            <a:xfrm>
              <a:off x="1193800" y="745067"/>
              <a:ext cx="1659466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Animaux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8DCCD066-A17B-4729-B96B-9B814A7F2EE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DF24B1BC-32B2-4473-8BDF-0E2AC86AA40D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A9A21EDF-20DA-443C-B3BB-94EE1CBD5D7F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4F942E7-77C6-41D5-80C5-4A51D8C705B2}"/>
                </a:ext>
              </a:extLst>
            </p:cNvPr>
            <p:cNvSpPr txBox="1"/>
            <p:nvPr/>
          </p:nvSpPr>
          <p:spPr>
            <a:xfrm>
              <a:off x="1515532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4 variables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744D23B-2E94-47F7-96A7-4BA7E6FB0089}"/>
              </a:ext>
            </a:extLst>
          </p:cNvPr>
          <p:cNvGrpSpPr/>
          <p:nvPr/>
        </p:nvGrpSpPr>
        <p:grpSpPr>
          <a:xfrm>
            <a:off x="3860801" y="4678490"/>
            <a:ext cx="2582333" cy="1257529"/>
            <a:chOff x="270934" y="368071"/>
            <a:chExt cx="2582333" cy="12575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ABEB32-5092-4FCF-BF63-D0B007B38D7B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Environnement</a:t>
              </a:r>
            </a:p>
          </p:txBody>
        </p: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497DCD8A-A1A8-48BB-8426-10C4F231FD9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41529AD-512E-41E1-AC44-DD17CB7DDF2F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ECA53E8D-6A3F-421D-87CA-AAC798F82B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9ACF325C-B7E2-4AF5-968E-3C71B3EBB07D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 variables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5FF32897-D699-4EF8-97BB-81B42CDC2DD0}"/>
              </a:ext>
            </a:extLst>
          </p:cNvPr>
          <p:cNvGrpSpPr/>
          <p:nvPr/>
        </p:nvGrpSpPr>
        <p:grpSpPr>
          <a:xfrm>
            <a:off x="105834" y="2586124"/>
            <a:ext cx="2582333" cy="1258416"/>
            <a:chOff x="270934" y="368071"/>
            <a:chExt cx="2582333" cy="125841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48E56DC-04D6-4514-8581-639195D6C8E4}"/>
                </a:ext>
              </a:extLst>
            </p:cNvPr>
            <p:cNvSpPr/>
            <p:nvPr/>
          </p:nvSpPr>
          <p:spPr>
            <a:xfrm>
              <a:off x="1193800" y="745954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Humain</a:t>
              </a:r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084830E6-54A0-4390-B044-961F5B950BC5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E2D3ACDF-5E51-48DE-8050-87366971D5AA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46455CAF-F801-4643-BB0E-28BC07737614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7669819F-8761-4D86-96A1-CF36AFE272B8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3 variables</a:t>
              </a:r>
            </a:p>
          </p:txBody>
        </p:sp>
      </p:grpSp>
      <p:sp>
        <p:nvSpPr>
          <p:cNvPr id="55" name="Ellipse 54">
            <a:extLst>
              <a:ext uri="{FF2B5EF4-FFF2-40B4-BE49-F238E27FC236}">
                <a16:creationId xmlns:a16="http://schemas.microsoft.com/office/drawing/2014/main" id="{74A41B7F-8B14-4868-99CF-8907F89937AE}"/>
              </a:ext>
            </a:extLst>
          </p:cNvPr>
          <p:cNvSpPr/>
          <p:nvPr/>
        </p:nvSpPr>
        <p:spPr>
          <a:xfrm>
            <a:off x="5202767" y="2152553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89B56BEC-32A7-401A-9A46-9877A785C0F8}"/>
              </a:ext>
            </a:extLst>
          </p:cNvPr>
          <p:cNvSpPr/>
          <p:nvPr/>
        </p:nvSpPr>
        <p:spPr>
          <a:xfrm>
            <a:off x="3198285" y="3076302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FDCA1811-6CFC-4654-8487-35124C8C3764}"/>
              </a:ext>
            </a:extLst>
          </p:cNvPr>
          <p:cNvGrpSpPr/>
          <p:nvPr/>
        </p:nvGrpSpPr>
        <p:grpSpPr>
          <a:xfrm>
            <a:off x="9040281" y="1669621"/>
            <a:ext cx="1862667" cy="1306770"/>
            <a:chOff x="270934" y="318830"/>
            <a:chExt cx="1862667" cy="130677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E09C4B-2FA3-4D73-A1BA-DC779677F558}"/>
                </a:ext>
              </a:extLst>
            </p:cNvPr>
            <p:cNvSpPr/>
            <p:nvPr/>
          </p:nvSpPr>
          <p:spPr>
            <a:xfrm>
              <a:off x="1193800" y="745067"/>
              <a:ext cx="529167" cy="8805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Y</a:t>
              </a:r>
            </a:p>
          </p:txBody>
        </p: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E12D763A-03B0-440C-A97F-B619A2E669E6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967EAD35-89EE-4B20-AD20-08F5793FF116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EE032EF4-A1DC-4DAF-A752-EFFBCF8E5108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5291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489AD634-96B9-4903-B1A4-7391D77279AC}"/>
                </a:ext>
              </a:extLst>
            </p:cNvPr>
            <p:cNvSpPr txBox="1"/>
            <p:nvPr/>
          </p:nvSpPr>
          <p:spPr>
            <a:xfrm>
              <a:off x="990601" y="318830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 variable</a:t>
              </a:r>
            </a:p>
          </p:txBody>
        </p:sp>
      </p:grpSp>
      <p:sp>
        <p:nvSpPr>
          <p:cNvPr id="83" name="Ellipse 82">
            <a:extLst>
              <a:ext uri="{FF2B5EF4-FFF2-40B4-BE49-F238E27FC236}">
                <a16:creationId xmlns:a16="http://schemas.microsoft.com/office/drawing/2014/main" id="{C1842BC6-A26B-41CC-9940-91F9885286AD}"/>
              </a:ext>
            </a:extLst>
          </p:cNvPr>
          <p:cNvSpPr/>
          <p:nvPr/>
        </p:nvSpPr>
        <p:spPr>
          <a:xfrm>
            <a:off x="5202767" y="3939906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614A312-4AE6-4A69-8B72-B20545BF2321}"/>
              </a:ext>
            </a:extLst>
          </p:cNvPr>
          <p:cNvSpPr/>
          <p:nvPr/>
        </p:nvSpPr>
        <p:spPr>
          <a:xfrm>
            <a:off x="8147048" y="3465767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7E5FD23-E975-439D-B0AA-32809D704A39}"/>
              </a:ext>
            </a:extLst>
          </p:cNvPr>
          <p:cNvCxnSpPr>
            <a:stCxn id="40" idx="3"/>
            <a:endCxn id="56" idx="2"/>
          </p:cNvCxnSpPr>
          <p:nvPr/>
        </p:nvCxnSpPr>
        <p:spPr>
          <a:xfrm flipV="1">
            <a:off x="2688167" y="3355701"/>
            <a:ext cx="510118" cy="48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90BCFD3A-51F0-41F8-9779-74B91B4BB72A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5524500" y="1669621"/>
            <a:ext cx="152400" cy="482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19305432-3DBB-4E6F-AB21-C0863F67B497}"/>
              </a:ext>
            </a:extLst>
          </p:cNvPr>
          <p:cNvCxnSpPr>
            <a:cxnSpLocks/>
            <a:endCxn id="83" idx="4"/>
          </p:cNvCxnSpPr>
          <p:nvPr/>
        </p:nvCxnSpPr>
        <p:spPr>
          <a:xfrm flipH="1" flipV="1">
            <a:off x="5524500" y="4498704"/>
            <a:ext cx="63500" cy="56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0BAA152-E957-4290-879D-BA430D576440}"/>
              </a:ext>
            </a:extLst>
          </p:cNvPr>
          <p:cNvCxnSpPr>
            <a:cxnSpLocks/>
            <a:stCxn id="4" idx="0"/>
            <a:endCxn id="86" idx="4"/>
          </p:cNvCxnSpPr>
          <p:nvPr/>
        </p:nvCxnSpPr>
        <p:spPr>
          <a:xfrm flipH="1" flipV="1">
            <a:off x="8468781" y="4024565"/>
            <a:ext cx="508001" cy="706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avec flèche 104">
            <a:extLst>
              <a:ext uri="{FF2B5EF4-FFF2-40B4-BE49-F238E27FC236}">
                <a16:creationId xmlns:a16="http://schemas.microsoft.com/office/drawing/2014/main" id="{535EA614-6159-464F-AC2B-AFB341605941}"/>
              </a:ext>
            </a:extLst>
          </p:cNvPr>
          <p:cNvCxnSpPr>
            <a:cxnSpLocks/>
            <a:stCxn id="86" idx="0"/>
            <a:endCxn id="112" idx="4"/>
          </p:cNvCxnSpPr>
          <p:nvPr/>
        </p:nvCxnSpPr>
        <p:spPr>
          <a:xfrm flipV="1">
            <a:off x="8468781" y="2777001"/>
            <a:ext cx="249766" cy="68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2" name="Ellipse 111">
            <a:extLst>
              <a:ext uri="{FF2B5EF4-FFF2-40B4-BE49-F238E27FC236}">
                <a16:creationId xmlns:a16="http://schemas.microsoft.com/office/drawing/2014/main" id="{493842CD-0665-4A27-9432-1B5D4CD35AA8}"/>
              </a:ext>
            </a:extLst>
          </p:cNvPr>
          <p:cNvSpPr/>
          <p:nvPr/>
        </p:nvSpPr>
        <p:spPr>
          <a:xfrm>
            <a:off x="8396814" y="2218203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t</a:t>
            </a:r>
            <a:r>
              <a:rPr lang="fr-FR" baseline="-25000" dirty="0" err="1">
                <a:solidFill>
                  <a:schemeClr val="tx1"/>
                </a:solidFill>
              </a:rPr>
              <a:t>y</a:t>
            </a:r>
            <a:endParaRPr lang="fr-FR" baseline="-25000" dirty="0">
              <a:solidFill>
                <a:schemeClr val="tx1"/>
              </a:solidFill>
            </a:endParaRPr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55FE631-DE36-4001-953D-547F103476B8}"/>
              </a:ext>
            </a:extLst>
          </p:cNvPr>
          <p:cNvCxnSpPr>
            <a:cxnSpLocks/>
            <a:stCxn id="55" idx="7"/>
            <a:endCxn id="112" idx="2"/>
          </p:cNvCxnSpPr>
          <p:nvPr/>
        </p:nvCxnSpPr>
        <p:spPr>
          <a:xfrm>
            <a:off x="5752000" y="2234387"/>
            <a:ext cx="2644814" cy="26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Connecteur droit avec flèche 118">
            <a:extLst>
              <a:ext uri="{FF2B5EF4-FFF2-40B4-BE49-F238E27FC236}">
                <a16:creationId xmlns:a16="http://schemas.microsoft.com/office/drawing/2014/main" id="{22B5DE84-1C10-45BC-BAEB-F2A2D97E6B8A}"/>
              </a:ext>
            </a:extLst>
          </p:cNvPr>
          <p:cNvCxnSpPr>
            <a:cxnSpLocks/>
            <a:stCxn id="56" idx="6"/>
          </p:cNvCxnSpPr>
          <p:nvPr/>
        </p:nvCxnSpPr>
        <p:spPr>
          <a:xfrm flipV="1">
            <a:off x="3841751" y="2692227"/>
            <a:ext cx="4654546" cy="663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6A96B123-4EE6-4AEA-9FBE-4ACC354255C2}"/>
              </a:ext>
            </a:extLst>
          </p:cNvPr>
          <p:cNvCxnSpPr>
            <a:cxnSpLocks/>
            <a:stCxn id="83" idx="7"/>
            <a:endCxn id="112" idx="3"/>
          </p:cNvCxnSpPr>
          <p:nvPr/>
        </p:nvCxnSpPr>
        <p:spPr>
          <a:xfrm flipV="1">
            <a:off x="5752000" y="2695167"/>
            <a:ext cx="2739047" cy="1326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EA4C95C5-5B3C-4AB3-9E7C-3B45FEF5B3B1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9040281" y="2457685"/>
            <a:ext cx="922866" cy="7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21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40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12</cp:revision>
  <dcterms:created xsi:type="dcterms:W3CDTF">2026-05-05T14:05:34Z</dcterms:created>
  <dcterms:modified xsi:type="dcterms:W3CDTF">2026-06-16T13:32:19Z</dcterms:modified>
</cp:coreProperties>
</file>