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0FAB-0257-40B8-9E83-6FD1381C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D3B3D3-3AA1-467C-812D-BFA8254C1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051D2-4353-45B2-A735-6BF027A1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C81DCB-6990-4DEB-B952-F2031548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59A113-DD4D-4AC8-974C-4C906A2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DE5BF-A080-4BDA-AE6A-41C35DE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6D3331-5DD0-4C93-B588-2CD0423E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7F3A0-9ADA-445A-BE3F-10D0FA6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943223-FA60-4BD1-B086-045D084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BF25F-AA16-4F09-A203-520C9DC1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6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62C1-3C3F-4601-9EB4-54833ADC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5ABAAF-A867-43A5-8E49-955A6A279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302A7-12E1-4241-95C4-120437B5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D0C48-8308-40DB-998A-AE80FCE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1C89AA-6697-42DD-8AE6-A594E647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4EED1-A7F0-4CFC-BEC8-EB743296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BBDD6-43C5-41F5-B605-D93F8CCF2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5B6E1-8FA0-4459-B16F-5DB3499EB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46EF3A-88BF-4CC5-94C2-35F4C1D1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36898-81B8-4A3F-BD84-A68838B5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2AC67-3DAD-4F08-BE32-51457964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0E52A-80FC-49F2-9465-792CBB72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11A14-86CA-42DA-9637-6FBE0F4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99B648-832B-41AF-8EA1-3A435E53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C154C-3BD8-4195-BB3A-AEB62442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CA158D-2E43-45ED-A208-77EC3064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5505B-3A59-402A-9B07-843C799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B135E-567C-4249-BD88-3674091C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8C70D-82E7-4FD1-8BAA-F837B357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1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AE90-61C9-4BCA-B365-0BFFD612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9ED2F3-DA5A-40A9-B83C-9EBF2FB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3131B-32E8-452D-902D-C10841FF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2F2C5-8993-4273-B196-8C97EA11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376DC6-F893-4B7E-9220-97BC73B5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96D4BA-A49E-43E9-92D3-0BA92127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4D51BA-FB78-4FD9-A4B9-911AFDB1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4AB1C-1F20-4D34-B294-0B2C5968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2896-7430-416D-B501-73E1F1F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ADA73-732F-4FE0-8FB0-6C88664BF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306E6-52CE-4A29-BAF9-EA1F7D8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DE458-DB61-4BFA-BA4A-C4C41C2D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01A7D-05B7-4A93-81FA-559DA18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9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BDF18-A707-493B-AB3D-44375519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01C2EF-AC56-4686-B109-FEF32C76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C540C-4F52-4164-8D42-2094D583E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092E5D-1C00-4593-A773-72A5D38C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3B1D1-AB96-40E0-A24C-97A650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F49BEE-34B0-4AF4-A352-8BEE5A0D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5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918DD-97E3-4849-85B9-2F341409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2C737D-B001-4EAF-B1A2-80C30F87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8438-BA52-45B8-A6D2-EDCEEF2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6A520-D4CF-4515-B831-982C15CF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DD85-87FF-4C33-8D44-35C4D380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A36579-3E41-43EA-BB60-C807CCB3B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74C48-C0A4-42B7-8969-002DE861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6904A-283A-420E-B3FA-FF6CB92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4C9A1-81C3-4EEC-9A9F-E41871BC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B640F-D785-4A4E-9AA8-3EEAD5AF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1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F920C1-5D6B-4C9F-907F-B6F90D6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58F7BE-601D-4506-B34A-DC0C4EF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DFC2D-85D1-44DE-9F1A-8983D1F0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C79C5-3CC8-4373-907F-2E1F47B9C95B}" type="datetimeFigureOut">
              <a:rPr lang="fr-FR" smtClean="0"/>
              <a:t>11/05/2026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574D-0C93-422F-A9EA-62D6C807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A75B9B-6EF2-412A-B1C6-DD2B2F462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A7A248-7FC3-4B2D-92F7-169FBE8F2955}"/>
              </a:ext>
            </a:extLst>
          </p:cNvPr>
          <p:cNvGrpSpPr/>
          <p:nvPr/>
        </p:nvGrpSpPr>
        <p:grpSpPr>
          <a:xfrm>
            <a:off x="270934" y="368071"/>
            <a:ext cx="2582333" cy="1257529"/>
            <a:chOff x="270934" y="368071"/>
            <a:chExt cx="2582333" cy="12575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92EBD8-A7E1-44AD-8244-ED10E8F0F5D1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AMC</a:t>
              </a: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CCE6BEB-83CF-4A23-892E-0D37934134D9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B67AE6F-4EE1-48A0-979B-153EF4E1F202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F6841A1E-B5FD-421C-A88D-FBFFC87284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A5AE3FC-E219-4516-97BF-34B08481C6E7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22 variables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1CD2FC3-B72C-406A-A028-AF99F36A7492}"/>
              </a:ext>
            </a:extLst>
          </p:cNvPr>
          <p:cNvGrpSpPr/>
          <p:nvPr/>
        </p:nvGrpSpPr>
        <p:grpSpPr>
          <a:xfrm>
            <a:off x="2853267" y="368071"/>
            <a:ext cx="2582333" cy="1257529"/>
            <a:chOff x="270934" y="368071"/>
            <a:chExt cx="2582333" cy="12575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0C2064-6A4C-4691-9C1F-4AF6ECF3E904}"/>
                </a:ext>
              </a:extLst>
            </p:cNvPr>
            <p:cNvSpPr/>
            <p:nvPr/>
          </p:nvSpPr>
          <p:spPr>
            <a:xfrm>
              <a:off x="1193800" y="745067"/>
              <a:ext cx="1659466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Socio-économie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8DCCD066-A17B-4729-B96B-9B814A7F2EE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DF24B1BC-32B2-4473-8BDF-0E2AC86AA40D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A9A21EDF-20DA-443C-B3BB-94EE1CBD5D7F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4F942E7-77C6-41D5-80C5-4A51D8C705B2}"/>
                </a:ext>
              </a:extLst>
            </p:cNvPr>
            <p:cNvSpPr txBox="1"/>
            <p:nvPr/>
          </p:nvSpPr>
          <p:spPr>
            <a:xfrm>
              <a:off x="1515532" y="368071"/>
              <a:ext cx="1143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8 variables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E9930A5-38E3-474B-A308-8B35D37FF4D0}"/>
              </a:ext>
            </a:extLst>
          </p:cNvPr>
          <p:cNvGrpSpPr/>
          <p:nvPr/>
        </p:nvGrpSpPr>
        <p:grpSpPr>
          <a:xfrm>
            <a:off x="5401736" y="368071"/>
            <a:ext cx="2582333" cy="1257529"/>
            <a:chOff x="270934" y="368071"/>
            <a:chExt cx="2582333" cy="12575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0529E0-B06A-423A-BE42-61777E5CBFF9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Soin</a:t>
              </a:r>
            </a:p>
          </p:txBody>
        </p:sp>
        <p:cxnSp>
          <p:nvCxnSpPr>
            <p:cNvPr id="23" name="Connecteur droit avec flèche 22">
              <a:extLst>
                <a:ext uri="{FF2B5EF4-FFF2-40B4-BE49-F238E27FC236}">
                  <a16:creationId xmlns:a16="http://schemas.microsoft.com/office/drawing/2014/main" id="{FF46D49B-390C-4E09-BDFF-A6A381986BF7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8C1BA8FF-68EE-4B71-9149-7311DE2E6EED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25" name="Connecteur droit avec flèche 24">
              <a:extLst>
                <a:ext uri="{FF2B5EF4-FFF2-40B4-BE49-F238E27FC236}">
                  <a16:creationId xmlns:a16="http://schemas.microsoft.com/office/drawing/2014/main" id="{2461DC63-11E7-45F4-B309-3BEC138E9915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B027A18-9250-4EF8-8B17-1DF3241F6288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10 variables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F3BFEEDB-3D8A-4E24-BD5C-4367C488C911}"/>
              </a:ext>
            </a:extLst>
          </p:cNvPr>
          <p:cNvGrpSpPr/>
          <p:nvPr/>
        </p:nvGrpSpPr>
        <p:grpSpPr>
          <a:xfrm>
            <a:off x="7984069" y="368071"/>
            <a:ext cx="2582333" cy="1257529"/>
            <a:chOff x="270934" y="368071"/>
            <a:chExt cx="2582333" cy="125752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5AF1AA6-A68A-4D5B-B1F9-0FF61B459981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Lifestyle</a:t>
              </a:r>
            </a:p>
          </p:txBody>
        </p: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E9388856-C40B-4951-B455-E30C01FA2BCA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CAD6F24A-8DB6-47F7-A863-FF13507109FA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31" name="Connecteur droit avec flèche 30">
              <a:extLst>
                <a:ext uri="{FF2B5EF4-FFF2-40B4-BE49-F238E27FC236}">
                  <a16:creationId xmlns:a16="http://schemas.microsoft.com/office/drawing/2014/main" id="{74A49BF2-1F3E-4E84-9FE1-34AD8D4327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7D616CF7-D820-43A4-AB56-584303983FB4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9 variables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744D23B-2E94-47F7-96A7-4BA7E6FB0089}"/>
              </a:ext>
            </a:extLst>
          </p:cNvPr>
          <p:cNvGrpSpPr/>
          <p:nvPr/>
        </p:nvGrpSpPr>
        <p:grpSpPr>
          <a:xfrm>
            <a:off x="270936" y="5007804"/>
            <a:ext cx="2582333" cy="1257529"/>
            <a:chOff x="270934" y="368071"/>
            <a:chExt cx="2582333" cy="12575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ABEB32-5092-4FCF-BF63-D0B007B38D7B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Démographie</a:t>
              </a:r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497DCD8A-A1A8-48BB-8426-10C4F231FD9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41529AD-512E-41E1-AC44-DD17CB7DDF2F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ECA53E8D-6A3F-421D-87CA-AAC798F82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9ACF325C-B7E2-4AF5-968E-3C71B3EBB07D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4 variables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FF32897-D699-4EF8-97BB-81B42CDC2DD0}"/>
              </a:ext>
            </a:extLst>
          </p:cNvPr>
          <p:cNvGrpSpPr/>
          <p:nvPr/>
        </p:nvGrpSpPr>
        <p:grpSpPr>
          <a:xfrm>
            <a:off x="3678768" y="5007804"/>
            <a:ext cx="2582333" cy="1257529"/>
            <a:chOff x="270934" y="368071"/>
            <a:chExt cx="2582333" cy="1257529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8E56DC-04D6-4514-8581-639195D6C8E4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Environnement</a:t>
              </a: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084830E6-54A0-4390-B044-961F5B950BC5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E2D3ACDF-5E51-48DE-8050-87366971D5AA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46455CAF-F801-4643-BB0E-28BC0773761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7669819F-8761-4D86-96A1-CF36AFE272B8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11 variables</a:t>
              </a: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B148C14C-975B-41CA-A94D-3B876BDECC31}"/>
              </a:ext>
            </a:extLst>
          </p:cNvPr>
          <p:cNvGrpSpPr/>
          <p:nvPr/>
        </p:nvGrpSpPr>
        <p:grpSpPr>
          <a:xfrm>
            <a:off x="6747932" y="5007804"/>
            <a:ext cx="2582333" cy="1257529"/>
            <a:chOff x="270934" y="368071"/>
            <a:chExt cx="2582333" cy="1257529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83D0DB-006C-4392-B7CA-C4C31100E726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Agriculture</a:t>
              </a:r>
            </a:p>
          </p:txBody>
        </p: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A1F69610-37F9-46B8-98D3-E91DDB5E5CF0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8050F04F-1500-4CE5-96C1-D7931E0B9B95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8BF0C631-916E-4AFE-8D9F-406C76F426A6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7D7A4827-6ED4-46FE-A853-4285DE08BCC0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13 variables</a:t>
              </a:r>
            </a:p>
          </p:txBody>
        </p:sp>
      </p:grpSp>
      <p:sp>
        <p:nvSpPr>
          <p:cNvPr id="51" name="Ellipse 50">
            <a:extLst>
              <a:ext uri="{FF2B5EF4-FFF2-40B4-BE49-F238E27FC236}">
                <a16:creationId xmlns:a16="http://schemas.microsoft.com/office/drawing/2014/main" id="{48CAD2EB-D077-473C-BE3D-5CCDC8A1A54A}"/>
              </a:ext>
            </a:extLst>
          </p:cNvPr>
          <p:cNvSpPr/>
          <p:nvPr/>
        </p:nvSpPr>
        <p:spPr>
          <a:xfrm>
            <a:off x="1701800" y="207589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5DBD89A5-D175-4819-ABEB-36DEEE1BD09C}"/>
              </a:ext>
            </a:extLst>
          </p:cNvPr>
          <p:cNvSpPr/>
          <p:nvPr/>
        </p:nvSpPr>
        <p:spPr>
          <a:xfrm>
            <a:off x="4279901" y="207589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DEE0244E-66A9-46C3-A530-E3C358F0E61E}"/>
              </a:ext>
            </a:extLst>
          </p:cNvPr>
          <p:cNvSpPr/>
          <p:nvPr/>
        </p:nvSpPr>
        <p:spPr>
          <a:xfrm>
            <a:off x="6849532" y="207589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BA9D5B17-BA9B-4657-991D-1638846F9437}"/>
              </a:ext>
            </a:extLst>
          </p:cNvPr>
          <p:cNvSpPr/>
          <p:nvPr/>
        </p:nvSpPr>
        <p:spPr>
          <a:xfrm>
            <a:off x="9575800" y="207589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74A41B7F-8B14-4868-99CF-8907F89937AE}"/>
              </a:ext>
            </a:extLst>
          </p:cNvPr>
          <p:cNvSpPr/>
          <p:nvPr/>
        </p:nvSpPr>
        <p:spPr>
          <a:xfrm>
            <a:off x="1701800" y="400183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89B56BEC-32A7-401A-9A46-9877A785C0F8}"/>
              </a:ext>
            </a:extLst>
          </p:cNvPr>
          <p:cNvSpPr/>
          <p:nvPr/>
        </p:nvSpPr>
        <p:spPr>
          <a:xfrm>
            <a:off x="5173134" y="400183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DD8C3334-0A53-4ADD-96C4-8CB6A9469F8B}"/>
              </a:ext>
            </a:extLst>
          </p:cNvPr>
          <p:cNvSpPr/>
          <p:nvPr/>
        </p:nvSpPr>
        <p:spPr>
          <a:xfrm>
            <a:off x="8136471" y="400183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4378799-C950-479C-8C4E-51DFEE2E131B}"/>
              </a:ext>
            </a:extLst>
          </p:cNvPr>
          <p:cNvSpPr/>
          <p:nvPr/>
        </p:nvSpPr>
        <p:spPr>
          <a:xfrm>
            <a:off x="10244669" y="4001835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FDCA1811-6CFC-4654-8487-35124C8C3764}"/>
              </a:ext>
            </a:extLst>
          </p:cNvPr>
          <p:cNvGrpSpPr/>
          <p:nvPr/>
        </p:nvGrpSpPr>
        <p:grpSpPr>
          <a:xfrm>
            <a:off x="9491131" y="4954100"/>
            <a:ext cx="1862667" cy="1306770"/>
            <a:chOff x="270934" y="318830"/>
            <a:chExt cx="1862667" cy="130677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E09C4B-2FA3-4D73-A1BA-DC779677F558}"/>
                </a:ext>
              </a:extLst>
            </p:cNvPr>
            <p:cNvSpPr/>
            <p:nvPr/>
          </p:nvSpPr>
          <p:spPr>
            <a:xfrm>
              <a:off x="1193800" y="745067"/>
              <a:ext cx="529167" cy="8805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Y</a:t>
              </a:r>
            </a:p>
          </p:txBody>
        </p: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E12D763A-03B0-440C-A97F-B619A2E669E6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967EAD35-89EE-4B20-AD20-08F5793FF116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EE032EF4-A1DC-4DAF-A752-EFFBCF8E5108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5291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489AD634-96B9-4903-B1A4-7391D77279AC}"/>
                </a:ext>
              </a:extLst>
            </p:cNvPr>
            <p:cNvSpPr txBox="1"/>
            <p:nvPr/>
          </p:nvSpPr>
          <p:spPr>
            <a:xfrm>
              <a:off x="990601" y="318830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 variable</a:t>
              </a:r>
            </a:p>
          </p:txBody>
        </p:sp>
      </p:grp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9191B78B-47D2-4E1B-AA19-0FB669ED0BA0}"/>
              </a:ext>
            </a:extLst>
          </p:cNvPr>
          <p:cNvCxnSpPr>
            <a:stCxn id="4" idx="2"/>
            <a:endCxn id="51" idx="0"/>
          </p:cNvCxnSpPr>
          <p:nvPr/>
        </p:nvCxnSpPr>
        <p:spPr>
          <a:xfrm flipH="1">
            <a:off x="2023533" y="1625600"/>
            <a:ext cx="1" cy="45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25EFBD9B-834B-498B-B58D-0BD0C975C8E9}"/>
              </a:ext>
            </a:extLst>
          </p:cNvPr>
          <p:cNvCxnSpPr>
            <a:cxnSpLocks/>
            <a:stCxn id="55" idx="4"/>
            <a:endCxn id="34" idx="0"/>
          </p:cNvCxnSpPr>
          <p:nvPr/>
        </p:nvCxnSpPr>
        <p:spPr>
          <a:xfrm>
            <a:off x="2023533" y="4560633"/>
            <a:ext cx="3" cy="824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CB0A384C-98E5-4948-8D2C-7397DF047655}"/>
              </a:ext>
            </a:extLst>
          </p:cNvPr>
          <p:cNvCxnSpPr/>
          <p:nvPr/>
        </p:nvCxnSpPr>
        <p:spPr>
          <a:xfrm flipH="1">
            <a:off x="4601633" y="1619365"/>
            <a:ext cx="1" cy="45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3DE19BCC-2131-4FEC-BF57-77FD9BAAE69F}"/>
              </a:ext>
            </a:extLst>
          </p:cNvPr>
          <p:cNvCxnSpPr/>
          <p:nvPr/>
        </p:nvCxnSpPr>
        <p:spPr>
          <a:xfrm flipH="1">
            <a:off x="7158567" y="1612461"/>
            <a:ext cx="1" cy="45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5EFF331E-5003-4D14-B24B-00B83F915958}"/>
              </a:ext>
            </a:extLst>
          </p:cNvPr>
          <p:cNvCxnSpPr/>
          <p:nvPr/>
        </p:nvCxnSpPr>
        <p:spPr>
          <a:xfrm flipH="1">
            <a:off x="9905999" y="1619364"/>
            <a:ext cx="1" cy="45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BF168C00-6EFE-4E65-A80E-8768C7BD527A}"/>
              </a:ext>
            </a:extLst>
          </p:cNvPr>
          <p:cNvCxnSpPr>
            <a:cxnSpLocks/>
            <a:stCxn id="56" idx="4"/>
            <a:endCxn id="40" idx="0"/>
          </p:cNvCxnSpPr>
          <p:nvPr/>
        </p:nvCxnSpPr>
        <p:spPr>
          <a:xfrm flipH="1">
            <a:off x="5431368" y="4560633"/>
            <a:ext cx="63499" cy="824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D4597A4F-CADD-48C7-B6A3-72A8FC4B8F7C}"/>
              </a:ext>
            </a:extLst>
          </p:cNvPr>
          <p:cNvCxnSpPr>
            <a:cxnSpLocks/>
            <a:stCxn id="57" idx="4"/>
          </p:cNvCxnSpPr>
          <p:nvPr/>
        </p:nvCxnSpPr>
        <p:spPr>
          <a:xfrm>
            <a:off x="8458204" y="4560633"/>
            <a:ext cx="1" cy="819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98B0C7BE-E46E-45C1-9D6A-4B1D0E0A9924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10566402" y="4560633"/>
            <a:ext cx="88906" cy="7877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B4BE6243-7D78-43B4-A8CE-DEB4725D71B4}"/>
              </a:ext>
            </a:extLst>
          </p:cNvPr>
          <p:cNvCxnSpPr>
            <a:stCxn id="57" idx="6"/>
            <a:endCxn id="59" idx="2"/>
          </p:cNvCxnSpPr>
          <p:nvPr/>
        </p:nvCxnSpPr>
        <p:spPr>
          <a:xfrm>
            <a:off x="8779937" y="4281234"/>
            <a:ext cx="1464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ED120E3E-C1BB-4458-AB62-A42B5DB1D6D6}"/>
              </a:ext>
            </a:extLst>
          </p:cNvPr>
          <p:cNvCxnSpPr>
            <a:cxnSpLocks/>
            <a:stCxn id="54" idx="4"/>
            <a:endCxn id="59" idx="0"/>
          </p:cNvCxnSpPr>
          <p:nvPr/>
        </p:nvCxnSpPr>
        <p:spPr>
          <a:xfrm>
            <a:off x="9897533" y="2634693"/>
            <a:ext cx="668869" cy="1367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569D0A3E-7EDE-4119-A906-A53260095531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7162795" y="2626226"/>
            <a:ext cx="3176107" cy="1457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EA8FEC80-4A04-4CBE-97CC-2390D1BC65D7}"/>
              </a:ext>
            </a:extLst>
          </p:cNvPr>
          <p:cNvCxnSpPr>
            <a:cxnSpLocks/>
            <a:endCxn id="59" idx="2"/>
          </p:cNvCxnSpPr>
          <p:nvPr/>
        </p:nvCxnSpPr>
        <p:spPr>
          <a:xfrm>
            <a:off x="4923367" y="2396953"/>
            <a:ext cx="5321302" cy="188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2" name="Connecteur droit avec flèche 91">
            <a:extLst>
              <a:ext uri="{FF2B5EF4-FFF2-40B4-BE49-F238E27FC236}">
                <a16:creationId xmlns:a16="http://schemas.microsoft.com/office/drawing/2014/main" id="{167D1B9B-2F8E-4467-B43B-026B4FD246A5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2345266" y="2355294"/>
            <a:ext cx="7993636" cy="172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Connecteur : en arc 65">
            <a:extLst>
              <a:ext uri="{FF2B5EF4-FFF2-40B4-BE49-F238E27FC236}">
                <a16:creationId xmlns:a16="http://schemas.microsoft.com/office/drawing/2014/main" id="{17C5928F-AC47-4BEE-9460-81A19AC76162}"/>
              </a:ext>
            </a:extLst>
          </p:cNvPr>
          <p:cNvCxnSpPr>
            <a:stCxn id="55" idx="0"/>
            <a:endCxn id="59" idx="1"/>
          </p:cNvCxnSpPr>
          <p:nvPr/>
        </p:nvCxnSpPr>
        <p:spPr>
          <a:xfrm rot="16200000" flipH="1">
            <a:off x="6140300" y="-114932"/>
            <a:ext cx="81834" cy="8315369"/>
          </a:xfrm>
          <a:prstGeom prst="curvedConnector3">
            <a:avLst>
              <a:gd name="adj1" fmla="val -27934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Connecteur : en arc 69">
            <a:extLst>
              <a:ext uri="{FF2B5EF4-FFF2-40B4-BE49-F238E27FC236}">
                <a16:creationId xmlns:a16="http://schemas.microsoft.com/office/drawing/2014/main" id="{4F172085-F4AC-4B85-8EFF-9C2556EA46AA}"/>
              </a:ext>
            </a:extLst>
          </p:cNvPr>
          <p:cNvCxnSpPr>
            <a:stCxn id="56" idx="7"/>
            <a:endCxn id="59" idx="0"/>
          </p:cNvCxnSpPr>
          <p:nvPr/>
        </p:nvCxnSpPr>
        <p:spPr>
          <a:xfrm rot="5400000" flipH="1" flipV="1">
            <a:off x="8103467" y="1620735"/>
            <a:ext cx="81834" cy="4844035"/>
          </a:xfrm>
          <a:prstGeom prst="curvedConnector3">
            <a:avLst>
              <a:gd name="adj1" fmla="val 379346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08F4F365-E991-41A7-969F-B8752DB4DC30}"/>
              </a:ext>
            </a:extLst>
          </p:cNvPr>
          <p:cNvCxnSpPr>
            <a:cxnSpLocks/>
            <a:stCxn id="55" idx="0"/>
            <a:endCxn id="51" idx="4"/>
          </p:cNvCxnSpPr>
          <p:nvPr/>
        </p:nvCxnSpPr>
        <p:spPr>
          <a:xfrm flipV="1">
            <a:off x="2023533" y="2634693"/>
            <a:ext cx="0" cy="1367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8C734560-E9D2-449D-A205-95B01A65141D}"/>
              </a:ext>
            </a:extLst>
          </p:cNvPr>
          <p:cNvCxnSpPr>
            <a:cxnSpLocks/>
            <a:stCxn id="57" idx="1"/>
            <a:endCxn id="51" idx="5"/>
          </p:cNvCxnSpPr>
          <p:nvPr/>
        </p:nvCxnSpPr>
        <p:spPr>
          <a:xfrm flipH="1" flipV="1">
            <a:off x="2251033" y="2552859"/>
            <a:ext cx="5979671" cy="1530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eur : en arc 81">
            <a:extLst>
              <a:ext uri="{FF2B5EF4-FFF2-40B4-BE49-F238E27FC236}">
                <a16:creationId xmlns:a16="http://schemas.microsoft.com/office/drawing/2014/main" id="{FA973F65-1172-4018-892D-04E5849806FD}"/>
              </a:ext>
            </a:extLst>
          </p:cNvPr>
          <p:cNvCxnSpPr>
            <a:stCxn id="53" idx="1"/>
            <a:endCxn id="51" idx="7"/>
          </p:cNvCxnSpPr>
          <p:nvPr/>
        </p:nvCxnSpPr>
        <p:spPr>
          <a:xfrm rot="16200000" flipV="1">
            <a:off x="4597399" y="-188637"/>
            <a:ext cx="12700" cy="4692732"/>
          </a:xfrm>
          <a:prstGeom prst="curvedConnector3">
            <a:avLst>
              <a:gd name="adj1" fmla="val 24443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8C2A7071-82D5-40C9-AEAE-1C4041A246CF}"/>
              </a:ext>
            </a:extLst>
          </p:cNvPr>
          <p:cNvCxnSpPr>
            <a:stCxn id="57" idx="1"/>
            <a:endCxn id="53" idx="4"/>
          </p:cNvCxnSpPr>
          <p:nvPr/>
        </p:nvCxnSpPr>
        <p:spPr>
          <a:xfrm flipH="1" flipV="1">
            <a:off x="7171265" y="2634693"/>
            <a:ext cx="1059439" cy="1448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Connecteur : en arc 113">
            <a:extLst>
              <a:ext uri="{FF2B5EF4-FFF2-40B4-BE49-F238E27FC236}">
                <a16:creationId xmlns:a16="http://schemas.microsoft.com/office/drawing/2014/main" id="{56DBCB77-011F-4493-B311-7D301ECBD5FD}"/>
              </a:ext>
            </a:extLst>
          </p:cNvPr>
          <p:cNvCxnSpPr>
            <a:stCxn id="52" idx="0"/>
            <a:endCxn id="54" idx="0"/>
          </p:cNvCxnSpPr>
          <p:nvPr/>
        </p:nvCxnSpPr>
        <p:spPr>
          <a:xfrm rot="5400000" flipH="1" flipV="1">
            <a:off x="7249583" y="-572054"/>
            <a:ext cx="12700" cy="5295899"/>
          </a:xfrm>
          <a:prstGeom prst="curved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08E483D4-A67F-424B-88AA-FED4F47101C9}"/>
              </a:ext>
            </a:extLst>
          </p:cNvPr>
          <p:cNvCxnSpPr>
            <a:cxnSpLocks/>
            <a:stCxn id="55" idx="7"/>
            <a:endCxn id="52" idx="3"/>
          </p:cNvCxnSpPr>
          <p:nvPr/>
        </p:nvCxnSpPr>
        <p:spPr>
          <a:xfrm flipV="1">
            <a:off x="2251033" y="2552859"/>
            <a:ext cx="2123101" cy="15308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Connecteur droit avec flèche 119">
            <a:extLst>
              <a:ext uri="{FF2B5EF4-FFF2-40B4-BE49-F238E27FC236}">
                <a16:creationId xmlns:a16="http://schemas.microsoft.com/office/drawing/2014/main" id="{F834D28B-1AB0-4E40-8670-F195F533155A}"/>
              </a:ext>
            </a:extLst>
          </p:cNvPr>
          <p:cNvCxnSpPr>
            <a:stCxn id="55" idx="6"/>
            <a:endCxn id="54" idx="2"/>
          </p:cNvCxnSpPr>
          <p:nvPr/>
        </p:nvCxnSpPr>
        <p:spPr>
          <a:xfrm flipV="1">
            <a:off x="2345266" y="2355294"/>
            <a:ext cx="7230534" cy="1925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34ADEFCE-6D06-46BB-8D33-436F4F2B6A7C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5816600" y="4281234"/>
            <a:ext cx="23198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21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</Words>
  <Application>Microsoft Office PowerPoint</Application>
  <PresentationFormat>Grand écran</PresentationFormat>
  <Paragraphs>32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7</cp:revision>
  <dcterms:created xsi:type="dcterms:W3CDTF">2026-05-05T14:05:34Z</dcterms:created>
  <dcterms:modified xsi:type="dcterms:W3CDTF">2026-05-11T07:31:20Z</dcterms:modified>
</cp:coreProperties>
</file>